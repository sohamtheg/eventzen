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6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58" r:id="rId4"/>
  </p:sldMasterIdLst>
  <p:notesMasterIdLst>
    <p:notesMasterId r:id="rId22"/>
  </p:notesMasterIdLst>
  <p:handoutMasterIdLst>
    <p:handoutMasterId r:id="rId23"/>
  </p:handoutMasterIdLst>
  <p:sldIdLst>
    <p:sldId id="410" r:id="rId5"/>
    <p:sldId id="383" r:id="rId6"/>
    <p:sldId id="409" r:id="rId7"/>
    <p:sldId id="389" r:id="rId8"/>
    <p:sldId id="391" r:id="rId9"/>
    <p:sldId id="408" r:id="rId10"/>
    <p:sldId id="411" r:id="rId11"/>
    <p:sldId id="417" r:id="rId12"/>
    <p:sldId id="397" r:id="rId13"/>
    <p:sldId id="405" r:id="rId14"/>
    <p:sldId id="413" r:id="rId15"/>
    <p:sldId id="414" r:id="rId16"/>
    <p:sldId id="415" r:id="rId17"/>
    <p:sldId id="407" r:id="rId18"/>
    <p:sldId id="416" r:id="rId19"/>
    <p:sldId id="404" r:id="rId20"/>
    <p:sldId id="398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Author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8A107856-5554-42FB-B03E-39F5DBC370B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970" autoAdjust="0"/>
    <p:restoredTop sz="96327" autoAdjust="0"/>
  </p:normalViewPr>
  <p:slideViewPr>
    <p:cSldViewPr snapToGrid="0">
      <p:cViewPr varScale="1">
        <p:scale>
          <a:sx n="101" d="100"/>
          <a:sy n="101" d="100"/>
        </p:scale>
        <p:origin x="642" y="10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howGuides="1">
      <p:cViewPr varScale="1">
        <p:scale>
          <a:sx n="58" d="100"/>
          <a:sy n="58" d="100"/>
        </p:scale>
        <p:origin x="3240" y="6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commentAuthors" Target="commentAuthor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handoutMaster" Target="handoutMasters/handoutMaster1.xml"/><Relationship Id="rId28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notesMaster" Target="notesMasters/notesMaster1.xml"/><Relationship Id="rId27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F86D26B-27D9-4B2C-867C-1E753E93583D}" type="doc">
      <dgm:prSet loTypeId="urn:microsoft.com/office/officeart/2005/8/layout/venn1" loCatId="relationship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FB06A9D7-B6DA-4EAB-A3D4-D276750D700F}">
      <dgm:prSet/>
      <dgm:spPr>
        <a:solidFill>
          <a:srgbClr val="92D050"/>
        </a:solidFill>
      </dgm:spPr>
      <dgm:t>
        <a:bodyPr/>
        <a:lstStyle/>
        <a:p>
          <a:r>
            <a:rPr lang="en-US" b="1" i="1" u="sng" dirty="0"/>
            <a:t>User Authentication &amp; attendee Service </a:t>
          </a:r>
          <a:endParaRPr lang="en-US" dirty="0"/>
        </a:p>
      </dgm:t>
    </dgm:pt>
    <dgm:pt modelId="{91BE6872-51BA-46EF-91A3-932B04F014CA}" type="parTrans" cxnId="{C8AAB1BE-FE00-44F1-9F18-783448456D20}">
      <dgm:prSet/>
      <dgm:spPr/>
      <dgm:t>
        <a:bodyPr/>
        <a:lstStyle/>
        <a:p>
          <a:endParaRPr lang="en-US"/>
        </a:p>
      </dgm:t>
    </dgm:pt>
    <dgm:pt modelId="{363B32DC-7CFA-4DAC-85BC-D40D92572E48}" type="sibTrans" cxnId="{C8AAB1BE-FE00-44F1-9F18-783448456D20}">
      <dgm:prSet/>
      <dgm:spPr/>
      <dgm:t>
        <a:bodyPr/>
        <a:lstStyle/>
        <a:p>
          <a:endParaRPr lang="en-US"/>
        </a:p>
      </dgm:t>
    </dgm:pt>
    <dgm:pt modelId="{3A42462B-6528-4435-863D-862B1FF416C0}">
      <dgm:prSet/>
      <dgm:spPr>
        <a:solidFill>
          <a:srgbClr val="00B0F0"/>
        </a:solidFill>
      </dgm:spPr>
      <dgm:t>
        <a:bodyPr/>
        <a:lstStyle/>
        <a:p>
          <a:pPr>
            <a:buNone/>
          </a:pPr>
          <a:r>
            <a:rPr lang="en-US" b="1" i="1" u="sng" dirty="0"/>
            <a:t>Venue &amp; vendor Management Service</a:t>
          </a:r>
          <a:endParaRPr lang="en-US" dirty="0"/>
        </a:p>
      </dgm:t>
    </dgm:pt>
    <dgm:pt modelId="{BDA1D13E-FB59-476C-9ACC-FD5A38621079}" type="parTrans" cxnId="{8837B41B-7B54-4A4A-B2F6-38FADC2CFD5F}">
      <dgm:prSet/>
      <dgm:spPr/>
      <dgm:t>
        <a:bodyPr/>
        <a:lstStyle/>
        <a:p>
          <a:endParaRPr lang="en-IN"/>
        </a:p>
      </dgm:t>
    </dgm:pt>
    <dgm:pt modelId="{8B9B2015-477C-4F0F-9FA0-121C9D1236B1}" type="sibTrans" cxnId="{8837B41B-7B54-4A4A-B2F6-38FADC2CFD5F}">
      <dgm:prSet/>
      <dgm:spPr/>
      <dgm:t>
        <a:bodyPr/>
        <a:lstStyle/>
        <a:p>
          <a:endParaRPr lang="en-IN"/>
        </a:p>
      </dgm:t>
    </dgm:pt>
    <dgm:pt modelId="{B8B18293-A857-4E1D-874A-B63C13713A3D}">
      <dgm:prSet/>
      <dgm:spPr>
        <a:solidFill>
          <a:srgbClr val="FF0000"/>
        </a:solidFill>
      </dgm:spPr>
      <dgm:t>
        <a:bodyPr/>
        <a:lstStyle/>
        <a:p>
          <a:pPr>
            <a:buNone/>
          </a:pPr>
          <a:r>
            <a:rPr lang="en-US" b="1" i="1" u="sng" dirty="0"/>
            <a:t>Events &amp; Booking Service</a:t>
          </a:r>
          <a:endParaRPr lang="en-US" dirty="0"/>
        </a:p>
      </dgm:t>
    </dgm:pt>
    <dgm:pt modelId="{87F37711-4E6C-45D8-B2C2-ADBAFC9C71ED}" type="parTrans" cxnId="{471037AA-C3D7-460F-9A80-065E1C930FB1}">
      <dgm:prSet/>
      <dgm:spPr/>
      <dgm:t>
        <a:bodyPr/>
        <a:lstStyle/>
        <a:p>
          <a:endParaRPr lang="en-IN"/>
        </a:p>
      </dgm:t>
    </dgm:pt>
    <dgm:pt modelId="{06689AFB-71F9-4EA7-9B76-7BCA25A99932}" type="sibTrans" cxnId="{471037AA-C3D7-460F-9A80-065E1C930FB1}">
      <dgm:prSet/>
      <dgm:spPr/>
      <dgm:t>
        <a:bodyPr/>
        <a:lstStyle/>
        <a:p>
          <a:endParaRPr lang="en-IN"/>
        </a:p>
      </dgm:t>
    </dgm:pt>
    <dgm:pt modelId="{C34E33BC-8EEF-42C8-8E39-E94F7BD8BD52}" type="pres">
      <dgm:prSet presAssocID="{0F86D26B-27D9-4B2C-867C-1E753E93583D}" presName="compositeShape" presStyleCnt="0">
        <dgm:presLayoutVars>
          <dgm:chMax val="7"/>
          <dgm:dir/>
          <dgm:resizeHandles val="exact"/>
        </dgm:presLayoutVars>
      </dgm:prSet>
      <dgm:spPr/>
    </dgm:pt>
    <dgm:pt modelId="{9C8C4EE1-F084-4803-A2B1-517EF9870ACD}" type="pres">
      <dgm:prSet presAssocID="{FB06A9D7-B6DA-4EAB-A3D4-D276750D700F}" presName="circ1" presStyleLbl="vennNode1" presStyleIdx="0" presStyleCnt="3"/>
      <dgm:spPr/>
    </dgm:pt>
    <dgm:pt modelId="{2CEEBD2D-9A37-4333-AF7A-710F10D5E031}" type="pres">
      <dgm:prSet presAssocID="{FB06A9D7-B6DA-4EAB-A3D4-D276750D700F}" presName="circ1Tx" presStyleLbl="revTx" presStyleIdx="0" presStyleCnt="0">
        <dgm:presLayoutVars>
          <dgm:chMax val="0"/>
          <dgm:chPref val="0"/>
          <dgm:bulletEnabled val="1"/>
        </dgm:presLayoutVars>
      </dgm:prSet>
      <dgm:spPr/>
    </dgm:pt>
    <dgm:pt modelId="{4001549F-6C25-492D-A393-7383CB8979E5}" type="pres">
      <dgm:prSet presAssocID="{3A42462B-6528-4435-863D-862B1FF416C0}" presName="circ2" presStyleLbl="vennNode1" presStyleIdx="1" presStyleCnt="3"/>
      <dgm:spPr/>
    </dgm:pt>
    <dgm:pt modelId="{9EC7112D-21AE-49B8-89B8-9036991B8846}" type="pres">
      <dgm:prSet presAssocID="{3A42462B-6528-4435-863D-862B1FF416C0}" presName="circ2Tx" presStyleLbl="revTx" presStyleIdx="0" presStyleCnt="0">
        <dgm:presLayoutVars>
          <dgm:chMax val="0"/>
          <dgm:chPref val="0"/>
          <dgm:bulletEnabled val="1"/>
        </dgm:presLayoutVars>
      </dgm:prSet>
      <dgm:spPr/>
    </dgm:pt>
    <dgm:pt modelId="{DF30C2B5-3CAF-4AF6-8A6B-BE13D2761BD6}" type="pres">
      <dgm:prSet presAssocID="{B8B18293-A857-4E1D-874A-B63C13713A3D}" presName="circ3" presStyleLbl="vennNode1" presStyleIdx="2" presStyleCnt="3"/>
      <dgm:spPr/>
    </dgm:pt>
    <dgm:pt modelId="{27029EE3-74E6-4BDE-AD9F-D3A412EF2292}" type="pres">
      <dgm:prSet presAssocID="{B8B18293-A857-4E1D-874A-B63C13713A3D}" presName="circ3Tx" presStyleLbl="revTx" presStyleIdx="0" presStyleCnt="0">
        <dgm:presLayoutVars>
          <dgm:chMax val="0"/>
          <dgm:chPref val="0"/>
          <dgm:bulletEnabled val="1"/>
        </dgm:presLayoutVars>
      </dgm:prSet>
      <dgm:spPr/>
    </dgm:pt>
  </dgm:ptLst>
  <dgm:cxnLst>
    <dgm:cxn modelId="{0948280B-A89C-42AD-849C-E34AD6973679}" type="presOf" srcId="{FB06A9D7-B6DA-4EAB-A3D4-D276750D700F}" destId="{2CEEBD2D-9A37-4333-AF7A-710F10D5E031}" srcOrd="1" destOrd="0" presId="urn:microsoft.com/office/officeart/2005/8/layout/venn1"/>
    <dgm:cxn modelId="{8837B41B-7B54-4A4A-B2F6-38FADC2CFD5F}" srcId="{0F86D26B-27D9-4B2C-867C-1E753E93583D}" destId="{3A42462B-6528-4435-863D-862B1FF416C0}" srcOrd="1" destOrd="0" parTransId="{BDA1D13E-FB59-476C-9ACC-FD5A38621079}" sibTransId="{8B9B2015-477C-4F0F-9FA0-121C9D1236B1}"/>
    <dgm:cxn modelId="{D1E6C345-20D3-481E-B7D6-581C961A109F}" type="presOf" srcId="{3A42462B-6528-4435-863D-862B1FF416C0}" destId="{9EC7112D-21AE-49B8-89B8-9036991B8846}" srcOrd="1" destOrd="0" presId="urn:microsoft.com/office/officeart/2005/8/layout/venn1"/>
    <dgm:cxn modelId="{142CBE66-8392-44D5-96CA-6ECF1B9F9E4D}" type="presOf" srcId="{B8B18293-A857-4E1D-874A-B63C13713A3D}" destId="{27029EE3-74E6-4BDE-AD9F-D3A412EF2292}" srcOrd="1" destOrd="0" presId="urn:microsoft.com/office/officeart/2005/8/layout/venn1"/>
    <dgm:cxn modelId="{44D8614F-8DCE-416A-8095-9F9F931F36FC}" type="presOf" srcId="{FB06A9D7-B6DA-4EAB-A3D4-D276750D700F}" destId="{9C8C4EE1-F084-4803-A2B1-517EF9870ACD}" srcOrd="0" destOrd="0" presId="urn:microsoft.com/office/officeart/2005/8/layout/venn1"/>
    <dgm:cxn modelId="{8A56975A-B3BE-4F45-B1BB-B80C02B8D550}" type="presOf" srcId="{3A42462B-6528-4435-863D-862B1FF416C0}" destId="{4001549F-6C25-492D-A393-7383CB8979E5}" srcOrd="0" destOrd="0" presId="urn:microsoft.com/office/officeart/2005/8/layout/venn1"/>
    <dgm:cxn modelId="{471037AA-C3D7-460F-9A80-065E1C930FB1}" srcId="{0F86D26B-27D9-4B2C-867C-1E753E93583D}" destId="{B8B18293-A857-4E1D-874A-B63C13713A3D}" srcOrd="2" destOrd="0" parTransId="{87F37711-4E6C-45D8-B2C2-ADBAFC9C71ED}" sibTransId="{06689AFB-71F9-4EA7-9B76-7BCA25A99932}"/>
    <dgm:cxn modelId="{C8AAB1BE-FE00-44F1-9F18-783448456D20}" srcId="{0F86D26B-27D9-4B2C-867C-1E753E93583D}" destId="{FB06A9D7-B6DA-4EAB-A3D4-D276750D700F}" srcOrd="0" destOrd="0" parTransId="{91BE6872-51BA-46EF-91A3-932B04F014CA}" sibTransId="{363B32DC-7CFA-4DAC-85BC-D40D92572E48}"/>
    <dgm:cxn modelId="{38E9B7C3-883B-4A13-ADF7-BC77A5A14C79}" type="presOf" srcId="{0F86D26B-27D9-4B2C-867C-1E753E93583D}" destId="{C34E33BC-8EEF-42C8-8E39-E94F7BD8BD52}" srcOrd="0" destOrd="0" presId="urn:microsoft.com/office/officeart/2005/8/layout/venn1"/>
    <dgm:cxn modelId="{E0CF9BF5-472B-4EBC-A53A-6F027EF0E8CF}" type="presOf" srcId="{B8B18293-A857-4E1D-874A-B63C13713A3D}" destId="{DF30C2B5-3CAF-4AF6-8A6B-BE13D2761BD6}" srcOrd="0" destOrd="0" presId="urn:microsoft.com/office/officeart/2005/8/layout/venn1"/>
    <dgm:cxn modelId="{55DBE97E-436D-415B-812D-50D3261624FB}" type="presParOf" srcId="{C34E33BC-8EEF-42C8-8E39-E94F7BD8BD52}" destId="{9C8C4EE1-F084-4803-A2B1-517EF9870ACD}" srcOrd="0" destOrd="0" presId="urn:microsoft.com/office/officeart/2005/8/layout/venn1"/>
    <dgm:cxn modelId="{342DD4E0-9364-4741-8B4A-B7D529AF3D20}" type="presParOf" srcId="{C34E33BC-8EEF-42C8-8E39-E94F7BD8BD52}" destId="{2CEEBD2D-9A37-4333-AF7A-710F10D5E031}" srcOrd="1" destOrd="0" presId="urn:microsoft.com/office/officeart/2005/8/layout/venn1"/>
    <dgm:cxn modelId="{0E9659EF-C574-4AF3-BBA1-D5E035689473}" type="presParOf" srcId="{C34E33BC-8EEF-42C8-8E39-E94F7BD8BD52}" destId="{4001549F-6C25-492D-A393-7383CB8979E5}" srcOrd="2" destOrd="0" presId="urn:microsoft.com/office/officeart/2005/8/layout/venn1"/>
    <dgm:cxn modelId="{59F189DB-3BB2-4C87-AAA3-CA9826DF5EBA}" type="presParOf" srcId="{C34E33BC-8EEF-42C8-8E39-E94F7BD8BD52}" destId="{9EC7112D-21AE-49B8-89B8-9036991B8846}" srcOrd="3" destOrd="0" presId="urn:microsoft.com/office/officeart/2005/8/layout/venn1"/>
    <dgm:cxn modelId="{F7BF2B91-B529-41C3-945F-5FFD02E0E53F}" type="presParOf" srcId="{C34E33BC-8EEF-42C8-8E39-E94F7BD8BD52}" destId="{DF30C2B5-3CAF-4AF6-8A6B-BE13D2761BD6}" srcOrd="4" destOrd="0" presId="urn:microsoft.com/office/officeart/2005/8/layout/venn1"/>
    <dgm:cxn modelId="{2801BA55-63E3-4D16-99FB-3543E959E0EA}" type="presParOf" srcId="{C34E33BC-8EEF-42C8-8E39-E94F7BD8BD52}" destId="{27029EE3-74E6-4BDE-AD9F-D3A412EF2292}" srcOrd="5" destOrd="0" presId="urn:microsoft.com/office/officeart/2005/8/layout/venn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0F86D26B-27D9-4B2C-867C-1E753E93583D}" type="doc">
      <dgm:prSet loTypeId="urn:microsoft.com/office/officeart/2005/8/layout/venn3" loCatId="relationship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FB06A9D7-B6DA-4EAB-A3D4-D276750D700F}">
      <dgm:prSet/>
      <dgm:spPr>
        <a:solidFill>
          <a:srgbClr val="92D050"/>
        </a:solidFill>
      </dgm:spPr>
      <dgm:t>
        <a:bodyPr/>
        <a:lstStyle/>
        <a:p>
          <a:r>
            <a:rPr lang="en-US" b="1" i="1" u="sng" dirty="0"/>
            <a:t>User Authentication &amp; attendee Service </a:t>
          </a:r>
          <a:endParaRPr lang="en-US" dirty="0"/>
        </a:p>
      </dgm:t>
    </dgm:pt>
    <dgm:pt modelId="{91BE6872-51BA-46EF-91A3-932B04F014CA}" type="parTrans" cxnId="{C8AAB1BE-FE00-44F1-9F18-783448456D20}">
      <dgm:prSet/>
      <dgm:spPr/>
      <dgm:t>
        <a:bodyPr/>
        <a:lstStyle/>
        <a:p>
          <a:endParaRPr lang="en-US"/>
        </a:p>
      </dgm:t>
    </dgm:pt>
    <dgm:pt modelId="{363B32DC-7CFA-4DAC-85BC-D40D92572E48}" type="sibTrans" cxnId="{C8AAB1BE-FE00-44F1-9F18-783448456D20}">
      <dgm:prSet/>
      <dgm:spPr/>
      <dgm:t>
        <a:bodyPr/>
        <a:lstStyle/>
        <a:p>
          <a:endParaRPr lang="en-US"/>
        </a:p>
      </dgm:t>
    </dgm:pt>
    <dgm:pt modelId="{3A42462B-6528-4435-863D-862B1FF416C0}">
      <dgm:prSet/>
      <dgm:spPr>
        <a:solidFill>
          <a:srgbClr val="00B0F0"/>
        </a:solidFill>
      </dgm:spPr>
      <dgm:t>
        <a:bodyPr/>
        <a:lstStyle/>
        <a:p>
          <a:pPr>
            <a:buNone/>
          </a:pPr>
          <a:r>
            <a:rPr lang="en-US" b="1" i="1" u="sng" dirty="0"/>
            <a:t>Venue &amp; vendor Management Service</a:t>
          </a:r>
          <a:endParaRPr lang="en-US" dirty="0"/>
        </a:p>
      </dgm:t>
    </dgm:pt>
    <dgm:pt modelId="{BDA1D13E-FB59-476C-9ACC-FD5A38621079}" type="parTrans" cxnId="{8837B41B-7B54-4A4A-B2F6-38FADC2CFD5F}">
      <dgm:prSet/>
      <dgm:spPr/>
      <dgm:t>
        <a:bodyPr/>
        <a:lstStyle/>
        <a:p>
          <a:endParaRPr lang="en-IN"/>
        </a:p>
      </dgm:t>
    </dgm:pt>
    <dgm:pt modelId="{8B9B2015-477C-4F0F-9FA0-121C9D1236B1}" type="sibTrans" cxnId="{8837B41B-7B54-4A4A-B2F6-38FADC2CFD5F}">
      <dgm:prSet/>
      <dgm:spPr/>
      <dgm:t>
        <a:bodyPr/>
        <a:lstStyle/>
        <a:p>
          <a:endParaRPr lang="en-IN"/>
        </a:p>
      </dgm:t>
    </dgm:pt>
    <dgm:pt modelId="{B8B18293-A857-4E1D-874A-B63C13713A3D}">
      <dgm:prSet/>
      <dgm:spPr>
        <a:solidFill>
          <a:srgbClr val="FF0000"/>
        </a:solidFill>
      </dgm:spPr>
      <dgm:t>
        <a:bodyPr/>
        <a:lstStyle/>
        <a:p>
          <a:pPr>
            <a:buNone/>
          </a:pPr>
          <a:r>
            <a:rPr lang="en-US" b="1" i="1" u="sng" dirty="0"/>
            <a:t>Events &amp; Booking Service</a:t>
          </a:r>
          <a:endParaRPr lang="en-US" dirty="0"/>
        </a:p>
      </dgm:t>
    </dgm:pt>
    <dgm:pt modelId="{87F37711-4E6C-45D8-B2C2-ADBAFC9C71ED}" type="parTrans" cxnId="{471037AA-C3D7-460F-9A80-065E1C930FB1}">
      <dgm:prSet/>
      <dgm:spPr/>
      <dgm:t>
        <a:bodyPr/>
        <a:lstStyle/>
        <a:p>
          <a:endParaRPr lang="en-IN"/>
        </a:p>
      </dgm:t>
    </dgm:pt>
    <dgm:pt modelId="{06689AFB-71F9-4EA7-9B76-7BCA25A99932}" type="sibTrans" cxnId="{471037AA-C3D7-460F-9A80-065E1C930FB1}">
      <dgm:prSet/>
      <dgm:spPr/>
      <dgm:t>
        <a:bodyPr/>
        <a:lstStyle/>
        <a:p>
          <a:endParaRPr lang="en-IN"/>
        </a:p>
      </dgm:t>
    </dgm:pt>
    <dgm:pt modelId="{E54C6D53-DDA9-4480-950A-A7CB10BC389F}" type="pres">
      <dgm:prSet presAssocID="{0F86D26B-27D9-4B2C-867C-1E753E93583D}" presName="Name0" presStyleCnt="0">
        <dgm:presLayoutVars>
          <dgm:dir/>
          <dgm:resizeHandles val="exact"/>
        </dgm:presLayoutVars>
      </dgm:prSet>
      <dgm:spPr/>
    </dgm:pt>
    <dgm:pt modelId="{05B749BB-DFD2-4F24-9D00-8B5ED94028AC}" type="pres">
      <dgm:prSet presAssocID="{FB06A9D7-B6DA-4EAB-A3D4-D276750D700F}" presName="Name5" presStyleLbl="vennNode1" presStyleIdx="0" presStyleCnt="3">
        <dgm:presLayoutVars>
          <dgm:bulletEnabled val="1"/>
        </dgm:presLayoutVars>
      </dgm:prSet>
      <dgm:spPr/>
    </dgm:pt>
    <dgm:pt modelId="{E13B8A6F-0A2A-4FF3-90CE-CD77C5122CE4}" type="pres">
      <dgm:prSet presAssocID="{363B32DC-7CFA-4DAC-85BC-D40D92572E48}" presName="space" presStyleCnt="0"/>
      <dgm:spPr/>
    </dgm:pt>
    <dgm:pt modelId="{57BF12DD-9360-43FE-A609-24B59518939D}" type="pres">
      <dgm:prSet presAssocID="{3A42462B-6528-4435-863D-862B1FF416C0}" presName="Name5" presStyleLbl="vennNode1" presStyleIdx="1" presStyleCnt="3">
        <dgm:presLayoutVars>
          <dgm:bulletEnabled val="1"/>
        </dgm:presLayoutVars>
      </dgm:prSet>
      <dgm:spPr/>
    </dgm:pt>
    <dgm:pt modelId="{3B022683-431F-4D16-A6C4-E29E9CA1FC97}" type="pres">
      <dgm:prSet presAssocID="{8B9B2015-477C-4F0F-9FA0-121C9D1236B1}" presName="space" presStyleCnt="0"/>
      <dgm:spPr/>
    </dgm:pt>
    <dgm:pt modelId="{D4E5FB85-25CF-436B-A96D-0963FCD7CACA}" type="pres">
      <dgm:prSet presAssocID="{B8B18293-A857-4E1D-874A-B63C13713A3D}" presName="Name5" presStyleLbl="vennNode1" presStyleIdx="2" presStyleCnt="3">
        <dgm:presLayoutVars>
          <dgm:bulletEnabled val="1"/>
        </dgm:presLayoutVars>
      </dgm:prSet>
      <dgm:spPr/>
    </dgm:pt>
  </dgm:ptLst>
  <dgm:cxnLst>
    <dgm:cxn modelId="{AA733509-8DBC-493B-BB28-5E694635E057}" type="presOf" srcId="{0F86D26B-27D9-4B2C-867C-1E753E93583D}" destId="{E54C6D53-DDA9-4480-950A-A7CB10BC389F}" srcOrd="0" destOrd="0" presId="urn:microsoft.com/office/officeart/2005/8/layout/venn3"/>
    <dgm:cxn modelId="{8837B41B-7B54-4A4A-B2F6-38FADC2CFD5F}" srcId="{0F86D26B-27D9-4B2C-867C-1E753E93583D}" destId="{3A42462B-6528-4435-863D-862B1FF416C0}" srcOrd="1" destOrd="0" parTransId="{BDA1D13E-FB59-476C-9ACC-FD5A38621079}" sibTransId="{8B9B2015-477C-4F0F-9FA0-121C9D1236B1}"/>
    <dgm:cxn modelId="{BB1C7F3D-362B-4F5F-B440-43B416C3F45D}" type="presOf" srcId="{FB06A9D7-B6DA-4EAB-A3D4-D276750D700F}" destId="{05B749BB-DFD2-4F24-9D00-8B5ED94028AC}" srcOrd="0" destOrd="0" presId="urn:microsoft.com/office/officeart/2005/8/layout/venn3"/>
    <dgm:cxn modelId="{68168B6C-8A27-4F5E-BF03-25396BA92B24}" type="presOf" srcId="{3A42462B-6528-4435-863D-862B1FF416C0}" destId="{57BF12DD-9360-43FE-A609-24B59518939D}" srcOrd="0" destOrd="0" presId="urn:microsoft.com/office/officeart/2005/8/layout/venn3"/>
    <dgm:cxn modelId="{F74D3F83-804F-4B9A-BF67-DB910907F24E}" type="presOf" srcId="{B8B18293-A857-4E1D-874A-B63C13713A3D}" destId="{D4E5FB85-25CF-436B-A96D-0963FCD7CACA}" srcOrd="0" destOrd="0" presId="urn:microsoft.com/office/officeart/2005/8/layout/venn3"/>
    <dgm:cxn modelId="{471037AA-C3D7-460F-9A80-065E1C930FB1}" srcId="{0F86D26B-27D9-4B2C-867C-1E753E93583D}" destId="{B8B18293-A857-4E1D-874A-B63C13713A3D}" srcOrd="2" destOrd="0" parTransId="{87F37711-4E6C-45D8-B2C2-ADBAFC9C71ED}" sibTransId="{06689AFB-71F9-4EA7-9B76-7BCA25A99932}"/>
    <dgm:cxn modelId="{C8AAB1BE-FE00-44F1-9F18-783448456D20}" srcId="{0F86D26B-27D9-4B2C-867C-1E753E93583D}" destId="{FB06A9D7-B6DA-4EAB-A3D4-D276750D700F}" srcOrd="0" destOrd="0" parTransId="{91BE6872-51BA-46EF-91A3-932B04F014CA}" sibTransId="{363B32DC-7CFA-4DAC-85BC-D40D92572E48}"/>
    <dgm:cxn modelId="{1A2919FB-9254-4D73-99DB-05B466754FF5}" type="presParOf" srcId="{E54C6D53-DDA9-4480-950A-A7CB10BC389F}" destId="{05B749BB-DFD2-4F24-9D00-8B5ED94028AC}" srcOrd="0" destOrd="0" presId="urn:microsoft.com/office/officeart/2005/8/layout/venn3"/>
    <dgm:cxn modelId="{94912238-9B13-450A-B2CB-75C2D8985167}" type="presParOf" srcId="{E54C6D53-DDA9-4480-950A-A7CB10BC389F}" destId="{E13B8A6F-0A2A-4FF3-90CE-CD77C5122CE4}" srcOrd="1" destOrd="0" presId="urn:microsoft.com/office/officeart/2005/8/layout/venn3"/>
    <dgm:cxn modelId="{EC4D4249-C0AF-49BF-89E7-66ACFBFB0B3B}" type="presParOf" srcId="{E54C6D53-DDA9-4480-950A-A7CB10BC389F}" destId="{57BF12DD-9360-43FE-A609-24B59518939D}" srcOrd="2" destOrd="0" presId="urn:microsoft.com/office/officeart/2005/8/layout/venn3"/>
    <dgm:cxn modelId="{EFB75549-80D8-4171-8618-2CC6B0A14ED5}" type="presParOf" srcId="{E54C6D53-DDA9-4480-950A-A7CB10BC389F}" destId="{3B022683-431F-4D16-A6C4-E29E9CA1FC97}" srcOrd="3" destOrd="0" presId="urn:microsoft.com/office/officeart/2005/8/layout/venn3"/>
    <dgm:cxn modelId="{2CA62FC6-6B10-4237-8262-C92E6FD0F386}" type="presParOf" srcId="{E54C6D53-DDA9-4480-950A-A7CB10BC389F}" destId="{D4E5FB85-25CF-436B-A96D-0963FCD7CACA}" srcOrd="4" destOrd="0" presId="urn:microsoft.com/office/officeart/2005/8/layout/venn3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C8C4EE1-F084-4803-A2B1-517EF9870ACD}">
      <dsp:nvSpPr>
        <dsp:cNvPr id="0" name=""/>
        <dsp:cNvSpPr/>
      </dsp:nvSpPr>
      <dsp:spPr>
        <a:xfrm>
          <a:off x="843917" y="33820"/>
          <a:ext cx="1623373" cy="1623373"/>
        </a:xfrm>
        <a:prstGeom prst="ellipse">
          <a:avLst/>
        </a:prstGeom>
        <a:solidFill>
          <a:srgbClr val="92D05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1" i="1" u="sng" kern="1200" dirty="0"/>
            <a:t>User Authentication &amp; attendee Service </a:t>
          </a:r>
          <a:endParaRPr lang="en-US" sz="1300" kern="1200" dirty="0"/>
        </a:p>
      </dsp:txBody>
      <dsp:txXfrm>
        <a:off x="1060367" y="317910"/>
        <a:ext cx="1190473" cy="730517"/>
      </dsp:txXfrm>
    </dsp:sp>
    <dsp:sp modelId="{4001549F-6C25-492D-A393-7383CB8979E5}">
      <dsp:nvSpPr>
        <dsp:cNvPr id="0" name=""/>
        <dsp:cNvSpPr/>
      </dsp:nvSpPr>
      <dsp:spPr>
        <a:xfrm>
          <a:off x="1429685" y="1048428"/>
          <a:ext cx="1623373" cy="1623373"/>
        </a:xfrm>
        <a:prstGeom prst="ellipse">
          <a:avLst/>
        </a:prstGeom>
        <a:solidFill>
          <a:srgbClr val="00B0F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1" i="1" u="sng" kern="1200" dirty="0"/>
            <a:t>Venue &amp; vendor Management Service</a:t>
          </a:r>
          <a:endParaRPr lang="en-US" sz="1300" kern="1200" dirty="0"/>
        </a:p>
      </dsp:txBody>
      <dsp:txXfrm>
        <a:off x="1926166" y="1467799"/>
        <a:ext cx="974023" cy="892855"/>
      </dsp:txXfrm>
    </dsp:sp>
    <dsp:sp modelId="{DF30C2B5-3CAF-4AF6-8A6B-BE13D2761BD6}">
      <dsp:nvSpPr>
        <dsp:cNvPr id="0" name=""/>
        <dsp:cNvSpPr/>
      </dsp:nvSpPr>
      <dsp:spPr>
        <a:xfrm>
          <a:off x="258150" y="1048428"/>
          <a:ext cx="1623373" cy="1623373"/>
        </a:xfrm>
        <a:prstGeom prst="ellipse">
          <a:avLst/>
        </a:prstGeom>
        <a:solidFill>
          <a:srgbClr val="FF000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1" i="1" u="sng" kern="1200" dirty="0"/>
            <a:t>Events &amp; Booking Service</a:t>
          </a:r>
          <a:endParaRPr lang="en-US" sz="1300" kern="1200" dirty="0"/>
        </a:p>
      </dsp:txBody>
      <dsp:txXfrm>
        <a:off x="411018" y="1467799"/>
        <a:ext cx="974023" cy="89285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5B749BB-DFD2-4F24-9D00-8B5ED94028AC}">
      <dsp:nvSpPr>
        <dsp:cNvPr id="0" name=""/>
        <dsp:cNvSpPr/>
      </dsp:nvSpPr>
      <dsp:spPr>
        <a:xfrm>
          <a:off x="1894" y="693340"/>
          <a:ext cx="1656545" cy="1656545"/>
        </a:xfrm>
        <a:prstGeom prst="ellipse">
          <a:avLst/>
        </a:prstGeom>
        <a:solidFill>
          <a:srgbClr val="92D05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  <dsp:txBody>
        <a:bodyPr spcFirstLastPara="0" vert="horz" wrap="square" lIns="91165" tIns="15240" rIns="91165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i="1" u="sng" kern="1200" dirty="0"/>
            <a:t>User Authentication &amp; attendee Service </a:t>
          </a:r>
          <a:endParaRPr lang="en-US" sz="1200" kern="1200" dirty="0"/>
        </a:p>
      </dsp:txBody>
      <dsp:txXfrm>
        <a:off x="244489" y="935935"/>
        <a:ext cx="1171355" cy="1171355"/>
      </dsp:txXfrm>
    </dsp:sp>
    <dsp:sp modelId="{57BF12DD-9360-43FE-A609-24B59518939D}">
      <dsp:nvSpPr>
        <dsp:cNvPr id="0" name=""/>
        <dsp:cNvSpPr/>
      </dsp:nvSpPr>
      <dsp:spPr>
        <a:xfrm>
          <a:off x="1327130" y="693340"/>
          <a:ext cx="1656545" cy="1656545"/>
        </a:xfrm>
        <a:prstGeom prst="ellipse">
          <a:avLst/>
        </a:prstGeom>
        <a:solidFill>
          <a:srgbClr val="00B0F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  <dsp:txBody>
        <a:bodyPr spcFirstLastPara="0" vert="horz" wrap="square" lIns="91165" tIns="15240" rIns="91165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i="1" u="sng" kern="1200" dirty="0"/>
            <a:t>Venue &amp; vendor Management Service</a:t>
          </a:r>
          <a:endParaRPr lang="en-US" sz="1200" kern="1200" dirty="0"/>
        </a:p>
      </dsp:txBody>
      <dsp:txXfrm>
        <a:off x="1569725" y="935935"/>
        <a:ext cx="1171355" cy="1171355"/>
      </dsp:txXfrm>
    </dsp:sp>
    <dsp:sp modelId="{D4E5FB85-25CF-436B-A96D-0963FCD7CACA}">
      <dsp:nvSpPr>
        <dsp:cNvPr id="0" name=""/>
        <dsp:cNvSpPr/>
      </dsp:nvSpPr>
      <dsp:spPr>
        <a:xfrm>
          <a:off x="2652367" y="693340"/>
          <a:ext cx="1656545" cy="1656545"/>
        </a:xfrm>
        <a:prstGeom prst="ellipse">
          <a:avLst/>
        </a:prstGeom>
        <a:solidFill>
          <a:srgbClr val="FF000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  <dsp:txBody>
        <a:bodyPr spcFirstLastPara="0" vert="horz" wrap="square" lIns="91165" tIns="15240" rIns="91165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i="1" u="sng" kern="1200" dirty="0"/>
            <a:t>Events &amp; Booking Service</a:t>
          </a:r>
          <a:endParaRPr lang="en-US" sz="1200" kern="1200" dirty="0"/>
        </a:p>
      </dsp:txBody>
      <dsp:txXfrm>
        <a:off x="2894962" y="935935"/>
        <a:ext cx="1171355" cy="117135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enn1">
  <dgm:title val=""/>
  <dgm:desc val=""/>
  <dgm:catLst>
    <dgm:cat type="relationship" pri="28000"/>
    <dgm:cat type="convert" pri="190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</dgm:cxnLst>
      <dgm:bg/>
      <dgm:whole/>
    </dgm:dataModel>
  </dgm:clrData>
  <dgm:layoutNode name="compositeShape">
    <dgm:varLst>
      <dgm:chMax val="7"/>
      <dgm:dir/>
      <dgm:resizeHandles val="exact"/>
    </dgm:varLst>
    <dgm:choose name="Name0">
      <dgm:if name="Name1" axis="ch" ptType="node" func="cnt" op="equ" val="1">
        <dgm:alg type="composite">
          <dgm:param type="ar" val="1"/>
        </dgm:alg>
      </dgm:if>
      <dgm:if name="Name2" axis="ch" ptType="node" func="cnt" op="equ" val="2">
        <dgm:alg type="composite">
          <dgm:param type="ar" val="1.792"/>
        </dgm:alg>
      </dgm:if>
      <dgm:if name="Name3" axis="ch" ptType="node" func="cnt" op="equ" val="3">
        <dgm:alg type="composite">
          <dgm:param type="ar" val="1"/>
        </dgm:alg>
      </dgm:if>
      <dgm:if name="Name4" axis="ch" ptType="node" func="cnt" op="equ" val="4">
        <dgm:alg type="composite">
          <dgm:param type="ar" val="1"/>
        </dgm:alg>
      </dgm:if>
      <dgm:if name="Name5" axis="ch" ptType="node" func="cnt" op="equ" val="5">
        <dgm:alg type="composite">
          <dgm:param type="ar" val="1.4"/>
        </dgm:alg>
      </dgm:if>
      <dgm:if name="Name6" axis="ch" ptType="node" func="cnt" op="equ" val="6">
        <dgm:alg type="composite">
          <dgm:param type="ar" val="1.285"/>
        </dgm:alg>
      </dgm:if>
      <dgm:if name="Name7" axis="ch" ptType="node" func="cnt" op="equ" val="7">
        <dgm:alg type="composite">
          <dgm:param type="ar" val="1.359"/>
        </dgm:alg>
      </dgm:if>
      <dgm:else name="Name8">
        <dgm:alg type="composite">
          <dgm:param type="ar" val="1.359"/>
        </dgm:alg>
      </dgm:else>
    </dgm:choose>
    <dgm:shape xmlns:r="http://schemas.openxmlformats.org/officeDocument/2006/relationships" r:blip="">
      <dgm:adjLst/>
    </dgm:shape>
    <dgm:presOf/>
    <dgm:choose name="Name9">
      <dgm:if name="Name10" axis="ch" ptType="node" func="cnt" op="equ" val="1">
        <dgm:constrLst>
          <dgm:constr type="ctrX" for="ch" forName="circ1TxSh" refType="w" fact="0.5"/>
          <dgm:constr type="ctrY" for="ch" forName="circ1TxSh" refType="h" fact="0.5"/>
          <dgm:constr type="w" for="ch" forName="circ1TxSh" refType="w"/>
          <dgm:constr type="h" for="ch" forName="circ1TxSh" refType="h"/>
          <dgm:constr type="primFontSz" for="ch" ptType="node" op="equ"/>
        </dgm:constrLst>
      </dgm:if>
      <dgm:if name="Name11" axis="ch" ptType="node" func="cnt" op="equ" val="2">
        <dgm:constrLst>
          <dgm:constr type="ctrX" for="ch" forName="circ1" refType="w" fact="0.3"/>
          <dgm:constr type="ctrY" for="ch" forName="circ1" refType="h" fact="0.5"/>
          <dgm:constr type="w" for="ch" forName="circ1" refType="w" fact="0.555"/>
          <dgm:constr type="h" for="ch" forName="circ1" refType="h" fact="0.99456"/>
          <dgm:constr type="l" for="ch" forName="circ1Tx" refType="w" fact="0.1"/>
          <dgm:constr type="t" for="ch" forName="circ1Tx" refType="h" fact="0.12"/>
          <dgm:constr type="w" for="ch" forName="circ1Tx" refType="w" fact="0.32"/>
          <dgm:constr type="h" for="ch" forName="circ1Tx" refType="h" fact="0.76"/>
          <dgm:constr type="ctrX" for="ch" forName="circ2" refType="w" fact="0.7"/>
          <dgm:constr type="ctrY" for="ch" forName="circ2" refType="h" fact="0.5"/>
          <dgm:constr type="w" for="ch" forName="circ2" refType="w" fact="0.555"/>
          <dgm:constr type="h" for="ch" forName="circ2" refType="h" fact="0.99456"/>
          <dgm:constr type="l" for="ch" forName="circ2Tx" refType="w" fact="0.58"/>
          <dgm:constr type="t" for="ch" forName="circ2Tx" refType="h" fact="0.12"/>
          <dgm:constr type="w" for="ch" forName="circ2Tx" refType="w" fact="0.32"/>
          <dgm:constr type="h" for="ch" forName="circ2Tx" refType="h" fact="0.76"/>
          <dgm:constr type="primFontSz" for="ch" ptType="node" op="equ"/>
        </dgm:constrLst>
      </dgm:if>
      <dgm:if name="Name12" axis="ch" ptType="node" func="cnt" op="equ" val="3">
        <dgm:constrLst>
          <dgm:constr type="ctrX" for="ch" forName="circ1" refType="w" fact="0.5"/>
          <dgm:constr type="ctrY" for="ch" forName="circ1" refType="w" fact="0.25"/>
          <dgm:constr type="w" for="ch" forName="circ1" refType="w" fact="0.6"/>
          <dgm:constr type="h" for="ch" forName="circ1" refType="h" fact="0.6"/>
          <dgm:constr type="l" for="ch" forName="circ1Tx" refType="w" fact="0.28"/>
          <dgm:constr type="t" for="ch" forName="circ1Tx" refType="h" fact="0.055"/>
          <dgm:constr type="w" for="ch" forName="circ1Tx" refType="w" fact="0.44"/>
          <dgm:constr type="h" for="ch" forName="circ1Tx" refType="h" fact="0.27"/>
          <dgm:constr type="ctrX" for="ch" forName="circ2" refType="w" fact="0.7165"/>
          <dgm:constr type="ctrY" for="ch" forName="circ2" refType="w" fact="0.625"/>
          <dgm:constr type="w" for="ch" forName="circ2" refType="w" fact="0.6"/>
          <dgm:constr type="h" for="ch" forName="circ2" refType="h" fact="0.6"/>
          <dgm:constr type="l" for="ch" forName="circ2Tx" refType="w" fact="0.6"/>
          <dgm:constr type="t" for="ch" forName="circ2Tx" refType="h" fact="0.48"/>
          <dgm:constr type="w" for="ch" forName="circ2Tx" refType="w" fact="0.36"/>
          <dgm:constr type="h" for="ch" forName="circ2Tx" refType="h" fact="0.33"/>
          <dgm:constr type="ctrX" for="ch" forName="circ3" refType="w" fact="0.2835"/>
          <dgm:constr type="ctrY" for="ch" forName="circ3" refType="w" fact="0.625"/>
          <dgm:constr type="w" for="ch" forName="circ3" refType="w" fact="0.6"/>
          <dgm:constr type="h" for="ch" forName="circ3" refType="h" fact="0.6"/>
          <dgm:constr type="l" for="ch" forName="circ3Tx" refType="w" fact="0.04"/>
          <dgm:constr type="t" for="ch" forName="circ3Tx" refType="h" fact="0.48"/>
          <dgm:constr type="w" for="ch" forName="circ3Tx" refType="w" fact="0.36"/>
          <dgm:constr type="h" for="ch" forName="circ3Tx" refType="h" fact="0.33"/>
          <dgm:constr type="primFontSz" for="ch" ptType="node" op="equ"/>
        </dgm:constrLst>
      </dgm:if>
      <dgm:if name="Name13" axis="ch" ptType="node" func="cnt" op="equ" val="4">
        <dgm:constrLst>
          <dgm:constr type="ctrX" for="ch" forName="circ1" refType="w" fact="0.5"/>
          <dgm:constr type="ctrY" for="ch" forName="circ1" refType="w" fact="0.27"/>
          <dgm:constr type="w" for="ch" forName="circ1" refType="w" fact="0.52"/>
          <dgm:constr type="h" for="ch" forName="circ1" refType="h" fact="0.52"/>
          <dgm:constr type="l" for="ch" forName="circ1Tx" refType="w" fact="0.3"/>
          <dgm:constr type="t" for="ch" forName="circ1Tx" refType="h" fact="0.08"/>
          <dgm:constr type="w" for="ch" forName="circ1Tx" refType="w" fact="0.4"/>
          <dgm:constr type="h" for="ch" forName="circ1Tx" refType="h" fact="0.165"/>
          <dgm:constr type="ctrX" for="ch" forName="circ2" refType="w" fact="0.73"/>
          <dgm:constr type="ctrY" for="ch" forName="circ2" refType="w" fact="0.5"/>
          <dgm:constr type="w" for="ch" forName="circ2" refType="w" fact="0.52"/>
          <dgm:constr type="h" for="ch" forName="circ2" refType="h" fact="0.52"/>
          <dgm:constr type="r" for="ch" forName="circ2Tx" refType="w" fact="0.95"/>
          <dgm:constr type="t" for="ch" forName="circ2Tx" refType="h" fact="0.3"/>
          <dgm:constr type="w" for="ch" forName="circ2Tx" refType="w" fact="0.2"/>
          <dgm:constr type="h" for="ch" forName="circ2Tx" refType="h" fact="0.4"/>
          <dgm:constr type="ctrX" for="ch" forName="circ3" refType="w" fact="0.5"/>
          <dgm:constr type="ctrY" for="ch" forName="circ3" refType="w" fact="0.73"/>
          <dgm:constr type="w" for="ch" forName="circ3" refType="w" fact="0.52"/>
          <dgm:constr type="h" for="ch" forName="circ3" refType="h" fact="0.52"/>
          <dgm:constr type="l" for="ch" forName="circ3Tx" refType="w" fact="0.3"/>
          <dgm:constr type="b" for="ch" forName="circ3Tx" refType="h" fact="0.92"/>
          <dgm:constr type="w" for="ch" forName="circ3Tx" refType="w" fact="0.4"/>
          <dgm:constr type="h" for="ch" forName="circ3Tx" refType="h" fact="0.165"/>
          <dgm:constr type="ctrX" for="ch" forName="circ4" refType="w" fact="0.27"/>
          <dgm:constr type="ctrY" for="ch" forName="circ4" refType="h" fact="0.5"/>
          <dgm:constr type="w" for="ch" forName="circ4" refType="w" fact="0.52"/>
          <dgm:constr type="h" for="ch" forName="circ4" refType="h" fact="0.52"/>
          <dgm:constr type="l" for="ch" forName="circ4Tx" refType="w" fact="0.05"/>
          <dgm:constr type="t" for="ch" forName="circ4Tx" refType="h" fact="0.3"/>
          <dgm:constr type="w" for="ch" forName="circ4Tx" refType="w" fact="0.2"/>
          <dgm:constr type="h" for="ch" forName="circ4Tx" refType="h" fact="0.4"/>
          <dgm:constr type="primFontSz" for="ch" ptType="node" op="equ"/>
        </dgm:constrLst>
      </dgm:if>
      <dgm:if name="Name14" axis="ch" ptType="node" func="cnt" op="equ" val="5">
        <dgm:constrLst>
          <dgm:constr type="ctrX" for="ch" forName="circ1" refType="w" fact="0.5"/>
          <dgm:constr type="ctrY" for="ch" forName="circ1" refType="h" fact="0.46"/>
          <dgm:constr type="w" for="ch" forName="circ1" refType="w" fact="0.25"/>
          <dgm:constr type="h" for="ch" forName="circ1" refType="h" fact="0.35"/>
          <dgm:constr type="l" for="ch" forName="circ1Tx" refType="w" fact="0.355"/>
          <dgm:constr type="t" for="ch" forName="circ1Tx"/>
          <dgm:constr type="w" for="ch" forName="circ1Tx" refType="w" fact="0.29"/>
          <dgm:constr type="h" for="ch" forName="circ1Tx" refType="h" fact="0.235"/>
          <dgm:constr type="ctrX" for="ch" forName="circ2" refType="w" fact="0.5951"/>
          <dgm:constr type="ctrY" for="ch" forName="circ2" refType="h" fact="0.5567"/>
          <dgm:constr type="w" for="ch" forName="circ2" refType="w" fact="0.25"/>
          <dgm:constr type="h" for="ch" forName="circ2" refType="h" fact="0.35"/>
          <dgm:constr type="l" for="ch" forName="circ2Tx" refType="w" fact="0.74"/>
          <dgm:constr type="t" for="ch" forName="circ2Tx" refType="h" fact="0.31"/>
          <dgm:constr type="w" for="ch" forName="circ2Tx" refType="w" fact="0.26"/>
          <dgm:constr type="h" for="ch" forName="circ2Tx" refType="h" fact="0.255"/>
          <dgm:constr type="ctrX" for="ch" forName="circ3" refType="w" fact="0.5588"/>
          <dgm:constr type="ctrY" for="ch" forName="circ3" refType="h" fact="0.7133"/>
          <dgm:constr type="w" for="ch" forName="circ3" refType="w" fact="0.25"/>
          <dgm:constr type="h" for="ch" forName="circ3" refType="h" fact="0.35"/>
          <dgm:constr type="l" for="ch" forName="circ3Tx" refType="w" fact="0.7"/>
          <dgm:constr type="t" for="ch" forName="circ3Tx" refType="h" fact="0.745"/>
          <dgm:constr type="w" for="ch" forName="circ3Tx" refType="w" fact="0.26"/>
          <dgm:constr type="h" for="ch" forName="circ3Tx" refType="h" fact="0.255"/>
          <dgm:constr type="ctrX" for="ch" forName="circ4" refType="w" fact="0.4412"/>
          <dgm:constr type="ctrY" for="ch" forName="circ4" refType="h" fact="0.7133"/>
          <dgm:constr type="w" for="ch" forName="circ4" refType="w" fact="0.25"/>
          <dgm:constr type="h" for="ch" forName="circ4" refType="h" fact="0.35"/>
          <dgm:constr type="l" for="ch" forName="circ4Tx" refType="w" fact="0.04"/>
          <dgm:constr type="t" for="ch" forName="circ4Tx" refType="h" fact="0.745"/>
          <dgm:constr type="w" for="ch" forName="circ4Tx" refType="w" fact="0.26"/>
          <dgm:constr type="h" for="ch" forName="circ4Tx" refType="h" fact="0.255"/>
          <dgm:constr type="ctrX" for="ch" forName="circ5" refType="w" fact="0.4049"/>
          <dgm:constr type="ctrY" for="ch" forName="circ5" refType="h" fact="0.5567"/>
          <dgm:constr type="w" for="ch" forName="circ5" refType="w" fact="0.25"/>
          <dgm:constr type="h" for="ch" forName="circ5" refType="h" fact="0.35"/>
          <dgm:constr type="l" for="ch" forName="circ5Tx"/>
          <dgm:constr type="t" for="ch" forName="circ5Tx" refType="h" fact="0.31"/>
          <dgm:constr type="w" for="ch" forName="circ5Tx" refType="w" fact="0.26"/>
          <dgm:constr type="h" for="ch" forName="circ5Tx" refType="h" fact="0.255"/>
          <dgm:constr type="primFontSz" for="ch" ptType="node" op="equ"/>
        </dgm:constrLst>
      </dgm:if>
      <dgm:if name="Name15" axis="ch" ptType="node" func="cnt" op="equ" val="6">
        <dgm:constrLst>
          <dgm:constr type="ctrX" for="ch" forName="circ1" refType="w" fact="0.5"/>
          <dgm:constr type="ctrY" for="ch" forName="circ1" refType="h" fact="0.3844"/>
          <dgm:constr type="w" for="ch" forName="circ1" refType="w" fact="0.24"/>
          <dgm:constr type="h" for="ch" forName="circ1" refType="h" fact="0.3084"/>
          <dgm:constr type="l" for="ch" forName="circ1Tx" refType="w" fact="0.35"/>
          <dgm:constr type="t" for="ch" forName="circ1Tx"/>
          <dgm:constr type="w" for="ch" forName="circ1Tx" refType="w" fact="0.3"/>
          <dgm:constr type="h" for="ch" forName="circ1Tx" refType="h" fact="0.21"/>
          <dgm:constr type="ctrX" for="ch" forName="circ2" refType="w" fact="0.5779"/>
          <dgm:constr type="ctrY" for="ch" forName="circ2" refType="h" fact="0.4422"/>
          <dgm:constr type="w" for="ch" forName="circ2" refType="w" fact="0.24"/>
          <dgm:constr type="h" for="ch" forName="circ2" refType="h" fact="0.3084"/>
          <dgm:constr type="l" for="ch" forName="circ2Tx" refType="w" fact="0.7157"/>
          <dgm:constr type="t" for="ch" forName="circ2Tx" refType="h" fact="0.2"/>
          <dgm:constr type="w" for="ch" forName="circ2Tx" refType="w" fact="0.2843"/>
          <dgm:constr type="h" for="ch" forName="circ2Tx" refType="h" fact="0.23"/>
          <dgm:constr type="ctrX" for="ch" forName="circ3" refType="w" fact="0.5779"/>
          <dgm:constr type="ctrY" for="ch" forName="circ3" refType="h" fact="0.5578"/>
          <dgm:constr type="w" for="ch" forName="circ3" refType="w" fact="0.24"/>
          <dgm:constr type="h" for="ch" forName="circ3" refType="h" fact="0.3084"/>
          <dgm:constr type="l" for="ch" forName="circ3Tx" refType="w" fact="0.7157"/>
          <dgm:constr type="t" for="ch" forName="circ3Tx" refType="h" fact="0.543"/>
          <dgm:constr type="w" for="ch" forName="circ3Tx" refType="w" fact="0.2843"/>
          <dgm:constr type="h" for="ch" forName="circ3Tx" refType="h" fact="0.257"/>
          <dgm:constr type="ctrX" for="ch" forName="circ4" refType="w" fact="0.5"/>
          <dgm:constr type="ctrY" for="ch" forName="circ4" refType="h" fact="0.6157"/>
          <dgm:constr type="w" for="ch" forName="circ4" refType="w" fact="0.24"/>
          <dgm:constr type="h" for="ch" forName="circ4" refType="h" fact="0.3084"/>
          <dgm:constr type="l" for="ch" forName="circ4Tx" refType="w" fact="0.35"/>
          <dgm:constr type="t" for="ch" forName="circ4Tx" refType="h" fact="0.79"/>
          <dgm:constr type="w" for="ch" forName="circ4Tx" refType="w" fact="0.3"/>
          <dgm:constr type="h" for="ch" forName="circ4Tx" refType="h" fact="0.21"/>
          <dgm:constr type="ctrX" for="ch" forName="circ5" refType="w" fact="0.4221"/>
          <dgm:constr type="ctrY" for="ch" forName="circ5" refType="h" fact="0.5578"/>
          <dgm:constr type="w" for="ch" forName="circ5" refType="w" fact="0.24"/>
          <dgm:constr type="h" for="ch" forName="circ5" refType="h" fact="0.3084"/>
          <dgm:constr type="l" for="ch" forName="circ5Tx" refType="w" fact="0"/>
          <dgm:constr type="t" for="ch" forName="circ5Tx" refType="h" fact="0.543"/>
          <dgm:constr type="w" for="ch" forName="circ5Tx" refType="w" fact="0.2843"/>
          <dgm:constr type="h" for="ch" forName="circ5Tx" refType="h" fact="0.257"/>
          <dgm:constr type="ctrX" for="ch" forName="circ6" refType="w" fact="0.4221"/>
          <dgm:constr type="ctrY" for="ch" forName="circ6" refType="h" fact="0.4422"/>
          <dgm:constr type="w" for="ch" forName="circ6" refType="w" fact="0.24"/>
          <dgm:constr type="h" for="ch" forName="circ6" refType="h" fact="0.3084"/>
          <dgm:constr type="l" for="ch" forName="circ6Tx" refType="w" fact="0"/>
          <dgm:constr type="t" for="ch" forName="circ6Tx" refType="h" fact="0.2"/>
          <dgm:constr type="w" for="ch" forName="circ6Tx" refType="w" fact="0.2843"/>
          <dgm:constr type="h" for="ch" forName="circ6Tx" refType="h" fact="0.257"/>
          <dgm:constr type="primFontSz" for="ch" ptType="node" op="equ"/>
        </dgm:constrLst>
      </dgm:if>
      <dgm:else name="Name16">
        <dgm:constrLst>
          <dgm:constr type="ctrX" for="ch" forName="circ1" refType="w" fact="0.5"/>
          <dgm:constr type="ctrY" for="ch" forName="circ1" refType="h" fact="0.4177"/>
          <dgm:constr type="w" for="ch" forName="circ1" refType="w" fact="0.24"/>
          <dgm:constr type="h" for="ch" forName="circ1" refType="h" fact="0.3262"/>
          <dgm:constr type="l" for="ch" forName="circ1Tx" refType="w" fact="0.3625"/>
          <dgm:constr type="t" for="ch" forName="circ1Tx"/>
          <dgm:constr type="w" for="ch" forName="circ1Tx" refType="w" fact="0.275"/>
          <dgm:constr type="h" for="ch" forName="circ1Tx" refType="h" fact="0.2"/>
          <dgm:constr type="ctrX" for="ch" forName="circ2" refType="w" fact="0.5704"/>
          <dgm:constr type="ctrY" for="ch" forName="circ2" refType="h" fact="0.4637"/>
          <dgm:constr type="w" for="ch" forName="circ2" refType="w" fact="0.24"/>
          <dgm:constr type="h" for="ch" forName="circ2" refType="h" fact="0.3262"/>
          <dgm:constr type="l" for="ch" forName="circ2Tx" refType="w" fact="0.72"/>
          <dgm:constr type="t" for="ch" forName="circ2Tx" refType="h" fact="0.19"/>
          <dgm:constr type="w" for="ch" forName="circ2Tx" refType="w" fact="0.26"/>
          <dgm:constr type="h" for="ch" forName="circ2Tx" refType="h" fact="0.22"/>
          <dgm:constr type="ctrX" for="ch" forName="circ3" refType="w" fact="0.5877"/>
          <dgm:constr type="ctrY" for="ch" forName="circ3" refType="h" fact="0.5672"/>
          <dgm:constr type="w" for="ch" forName="circ3" refType="w" fact="0.24"/>
          <dgm:constr type="h" for="ch" forName="circ3" refType="h" fact="0.3262"/>
          <dgm:constr type="l" for="ch" forName="circ3Tx" refType="w" fact="0.745"/>
          <dgm:constr type="t" for="ch" forName="circ3Tx" refType="h" fact="0.47"/>
          <dgm:constr type="w" for="ch" forName="circ3Tx" refType="w" fact="0.255"/>
          <dgm:constr type="h" for="ch" forName="circ3Tx" refType="h" fact="0.235"/>
          <dgm:constr type="ctrX" for="ch" forName="circ4" refType="w" fact="0.539"/>
          <dgm:constr type="ctrY" for="ch" forName="circ4" refType="h" fact="0.6502"/>
          <dgm:constr type="w" for="ch" forName="circ4" refType="w" fact="0.24"/>
          <dgm:constr type="h" for="ch" forName="circ4" refType="h" fact="0.3262"/>
          <dgm:constr type="l" for="ch" forName="circ4Tx" refType="w" fact="0.635"/>
          <dgm:constr type="t" for="ch" forName="circ4Tx" refType="h" fact="0.785"/>
          <dgm:constr type="w" for="ch" forName="circ4Tx" refType="w" fact="0.275"/>
          <dgm:constr type="h" for="ch" forName="circ4Tx" refType="h" fact="0.215"/>
          <dgm:constr type="ctrX" for="ch" forName="circ5" refType="w" fact="0.461"/>
          <dgm:constr type="ctrY" for="ch" forName="circ5" refType="h" fact="0.6502"/>
          <dgm:constr type="w" for="ch" forName="circ5" refType="w" fact="0.24"/>
          <dgm:constr type="h" for="ch" forName="circ5" refType="h" fact="0.3262"/>
          <dgm:constr type="l" for="ch" forName="circ5Tx" refType="w" fact="0.09"/>
          <dgm:constr type="t" for="ch" forName="circ5Tx" refType="h" fact="0.785"/>
          <dgm:constr type="w" for="ch" forName="circ5Tx" refType="w" fact="0.275"/>
          <dgm:constr type="h" for="ch" forName="circ5Tx" refType="h" fact="0.215"/>
          <dgm:constr type="ctrX" for="ch" forName="circ6" refType="w" fact="0.4123"/>
          <dgm:constr type="ctrY" for="ch" forName="circ6" refType="h" fact="0.5672"/>
          <dgm:constr type="w" for="ch" forName="circ6" refType="w" fact="0.24"/>
          <dgm:constr type="h" for="ch" forName="circ6" refType="h" fact="0.3262"/>
          <dgm:constr type="l" for="ch" forName="circ6Tx"/>
          <dgm:constr type="t" for="ch" forName="circ6Tx" refType="h" fact="0.47"/>
          <dgm:constr type="w" for="ch" forName="circ6Tx" refType="w" fact="0.255"/>
          <dgm:constr type="h" for="ch" forName="circ6Tx" refType="h" fact="0.235"/>
          <dgm:constr type="ctrX" for="ch" forName="circ7" refType="w" fact="0.4296"/>
          <dgm:constr type="ctrY" for="ch" forName="circ7" refType="h" fact="0.4637"/>
          <dgm:constr type="w" for="ch" forName="circ7" refType="w" fact="0.24"/>
          <dgm:constr type="h" for="ch" forName="circ7" refType="h" fact="0.3262"/>
          <dgm:constr type="l" for="ch" forName="circ7Tx" refType="w" fact="0.02"/>
          <dgm:constr type="t" for="ch" forName="circ7Tx" refType="h" fact="0.19"/>
          <dgm:constr type="w" for="ch" forName="circ7Tx" refType="w" fact="0.26"/>
          <dgm:constr type="h" for="ch" forName="circ7Tx" refType="h" fact="0.22"/>
          <dgm:constr type="primFontSz" for="ch" ptType="node" op="equ"/>
        </dgm:constrLst>
      </dgm:else>
    </dgm:choose>
    <dgm:ruleLst/>
    <dgm:forEach name="Name17" axis="ch" ptType="node" cnt="1">
      <dgm:choose name="Name18">
        <dgm:if name="Name19" axis="root ch" ptType="all node" func="cnt" op="equ" val="1">
          <dgm:layoutNode name="circ1TxSh" styleLbl="vennNode1">
            <dgm:alg type="tx">
              <dgm:param type="txAnchorHorzCh" val="ctr"/>
              <dgm:param type="txAnchorVertCh" val="mid"/>
            </dgm:alg>
            <dgm:shape xmlns:r="http://schemas.openxmlformats.org/officeDocument/2006/relationships" type="ellipse" r:blip="">
              <dgm:adjLst/>
            </dgm:shape>
            <dgm:choose name="Name20">
              <dgm:if name="Name21" func="var" arg="dir" op="equ" val="norm">
                <dgm:choose name="Name22">
                  <dgm:if name="Name23" axis="root ch" ptType="all node" func="cnt" op="lte" val="4">
                    <dgm:presOf axis="desOrSelf" ptType="node"/>
                  </dgm:if>
                  <dgm:else name="Name24">
                    <dgm:presOf/>
                  </dgm:else>
                </dgm:choose>
              </dgm:if>
              <dgm:else name="Name25">
                <dgm:choose name="Name26">
                  <dgm:if name="Name27" axis="root ch" ptType="all node" func="cnt" op="equ" val="2">
                    <dgm:presOf axis="root ch desOrSelf" ptType="all node node" st="1 2 1" cnt="1 1 0"/>
                  </dgm:if>
                  <dgm:else name="Name28">
                    <dgm:presOf axis="desOrSelf" ptType="node"/>
                  </dgm:else>
                </dgm:choose>
              </dgm:else>
            </dgm:choose>
            <dgm:constrLst>
              <dgm:constr type="tMarg"/>
              <dgm:constr type="bMarg"/>
              <dgm:constr type="lMarg"/>
              <dgm:constr type="rMarg"/>
              <dgm:constr type="primFontSz" val="65"/>
            </dgm:constrLst>
            <dgm:ruleLst>
              <dgm:rule type="primFontSz" val="5" fact="NaN" max="NaN"/>
            </dgm:ruleLst>
          </dgm:layoutNode>
        </dgm:if>
        <dgm:else name="Name29">
          <dgm:layoutNode name="circ1" styleLbl="vennNode1">
            <dgm:alg type="sp"/>
            <dgm:shape xmlns:r="http://schemas.openxmlformats.org/officeDocument/2006/relationships" type="ellipse" r:blip="">
              <dgm:adjLst/>
            </dgm:shape>
            <dgm:choose name="Name30">
              <dgm:if name="Name31" func="var" arg="dir" op="equ" val="norm">
                <dgm:choose name="Name32">
                  <dgm:if name="Name33" axis="root ch" ptType="all node" func="cnt" op="lte" val="4">
                    <dgm:presOf axis="desOrSelf" ptType="node"/>
                  </dgm:if>
                  <dgm:else name="Name34">
                    <dgm:presOf/>
                  </dgm:else>
                </dgm:choose>
              </dgm:if>
              <dgm:else name="Name35">
                <dgm:choose name="Name36">
                  <dgm:if name="Name37" axis="root ch" ptType="all node" func="cnt" op="equ" val="2">
                    <dgm:presOf axis="root ch desOrSelf" ptType="all node node" st="1 2 1" cnt="1 1 0"/>
                  </dgm:if>
                  <dgm:else name="Name38">
                    <dgm:choose name="Name39">
                      <dgm:if name="Name40" axis="root ch" ptType="all node" func="cnt" op="lte" val="4">
                        <dgm:presOf axis="desOrSelf" ptType="node"/>
                      </dgm:if>
                      <dgm:else name="Name41">
                        <dgm:presOf/>
                      </dgm:else>
                    </dgm:choose>
                  </dgm:else>
                </dgm:choose>
              </dgm:else>
            </dgm:choose>
            <dgm:constrLst/>
            <dgm:ruleLst/>
          </dgm:layoutNode>
          <dgm:layoutNode name="circ1Tx" styleLbl="revTx">
            <dgm:varLst>
              <dgm:chMax val="0"/>
              <dgm:chPref val="0"/>
              <dgm:bulletEnabled val="1"/>
            </dgm:varLst>
            <dgm:alg type="tx">
              <dgm:param type="txAnchorHorzCh" val="ctr"/>
              <dgm:param type="txAnchorVertCh" val="mid"/>
            </dgm:alg>
            <dgm:shape xmlns:r="http://schemas.openxmlformats.org/officeDocument/2006/relationships" type="rect" r:blip="" hideGeom="1">
              <dgm:adjLst/>
            </dgm:shape>
            <dgm:choose name="Name42">
              <dgm:if name="Name43" func="var" arg="dir" op="equ" val="norm">
                <dgm:presOf axis="desOrSelf" ptType="node"/>
              </dgm:if>
              <dgm:else name="Name44">
                <dgm:choose name="Name45">
                  <dgm:if name="Name46" axis="root ch" ptType="all node" func="cnt" op="equ" val="2">
                    <dgm:presOf axis="root ch desOrSelf" ptType="all node node" st="1 2 1" cnt="1 1 0"/>
                  </dgm:if>
                  <dgm:else name="Name47">
                    <dgm:presOf axis="desOrSelf" ptType="node"/>
                  </dgm:else>
                </dgm:choose>
              </dgm:else>
            </dgm:choose>
            <dgm:constrLst>
              <dgm:constr type="tMarg"/>
              <dgm:constr type="bMarg"/>
              <dgm:constr type="lMarg"/>
              <dgm:constr type="rMarg"/>
              <dgm:constr type="primFontSz" val="65"/>
            </dgm:constrLst>
            <dgm:ruleLst>
              <dgm:rule type="primFontSz" val="5" fact="NaN" max="NaN"/>
            </dgm:ruleLst>
          </dgm:layoutNode>
        </dgm:else>
      </dgm:choose>
    </dgm:forEach>
    <dgm:forEach name="Name48" axis="ch" ptType="node" st="2" cnt="1">
      <dgm:layoutNode name="circ2" styleLbl="vennNode1">
        <dgm:alg type="sp"/>
        <dgm:shape xmlns:r="http://schemas.openxmlformats.org/officeDocument/2006/relationships" type="ellipse" r:blip="">
          <dgm:adjLst/>
        </dgm:shape>
        <dgm:choose name="Name49">
          <dgm:if name="Name50" func="var" arg="dir" op="equ" val="norm">
            <dgm:choose name="Name51">
              <dgm:if name="Name52" axis="root ch" ptType="all node" func="cnt" op="lte" val="4">
                <dgm:presOf axis="desOrSelf" ptType="node"/>
              </dgm:if>
              <dgm:else name="Name53">
                <dgm:presOf/>
              </dgm:else>
            </dgm:choose>
          </dgm:if>
          <dgm:else name="Name54">
            <dgm:choose name="Name55">
              <dgm:if name="Name56" axis="root ch" ptType="all node" func="cnt" op="equ" val="2">
                <dgm:presOf axis="root ch desOrSelf" ptType="all node node" st="1 1 1" cnt="1 1 0"/>
              </dgm:if>
              <dgm:if name="Name57" axis="root ch" ptType="all node" func="cnt" op="equ" val="3">
                <dgm:presOf axis="root ch desOrSelf" ptType="all node node" st="1 3 1" cnt="1 1 0"/>
              </dgm:if>
              <dgm:if name="Name58" axis="root ch" ptType="all node" func="cnt" op="equ" val="4">
                <dgm:presOf axis="root ch desOrSelf" ptType="all node node" st="1 4 1" cnt="1 1 0"/>
              </dgm:if>
              <dgm:else name="Name59">
                <dgm:presOf/>
              </dgm:else>
            </dgm:choose>
          </dgm:else>
        </dgm:choose>
        <dgm:constrLst/>
        <dgm:ruleLst/>
      </dgm:layoutNode>
      <dgm:layoutNode name="circ2Tx" styleLbl="revTx">
        <dgm:varLst>
          <dgm:chMax val="0"/>
          <dgm:chPref val="0"/>
          <dgm:bulletEnabled val="1"/>
        </dgm:varLst>
        <dgm:alg type="tx">
          <dgm:param type="txAnchorHorz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choose name="Name60">
          <dgm:if name="Name61" func="var" arg="dir" op="equ" val="norm">
            <dgm:presOf axis="desOrSelf" ptType="node"/>
          </dgm:if>
          <dgm:else name="Name62">
            <dgm:choose name="Name63">
              <dgm:if name="Name64" axis="root ch" ptType="all node" func="cnt" op="equ" val="2">
                <dgm:presOf axis="root ch desOrSelf" ptType="all node node" st="1 1 1" cnt="1 1 0"/>
              </dgm:if>
              <dgm:if name="Name65" axis="root ch" ptType="all node" func="cnt" op="equ" val="3">
                <dgm:presOf axis="root ch desOrSelf" ptType="all node node" st="1 3 1" cnt="1 1 0"/>
              </dgm:if>
              <dgm:if name="Name66" axis="root ch" ptType="all node" func="cnt" op="equ" val="4">
                <dgm:presOf axis="root ch desOrSelf" ptType="all node node" st="1 4 1" cnt="1 1 0"/>
              </dgm:if>
              <dgm:if name="Name67" axis="root ch" ptType="all node" func="cnt" op="equ" val="5">
                <dgm:presOf axis="root ch desOrSelf" ptType="all node node" st="1 5 1" cnt="1 1 0"/>
              </dgm:if>
              <dgm:if name="Name68" axis="root ch" ptType="all node" func="cnt" op="equ" val="6">
                <dgm:presOf axis="root ch desOrSelf" ptType="all node node" st="1 6 1" cnt="1 1 0"/>
              </dgm:if>
              <dgm:else name="Name69">
                <dgm:presOf axis="root ch desOrSelf" ptType="all node node" st="1 7 1" cnt="1 1 0"/>
              </dgm:else>
            </dgm:choose>
          </dgm:else>
        </dgm:choose>
        <dgm:constrLst>
          <dgm:constr type="tMarg"/>
          <dgm:constr type="bMarg"/>
          <dgm:constr type="lMarg"/>
          <dgm:constr type="rMarg"/>
          <dgm:constr type="primFontSz" val="65"/>
        </dgm:constrLst>
        <dgm:ruleLst>
          <dgm:rule type="primFontSz" val="5" fact="NaN" max="NaN"/>
        </dgm:ruleLst>
      </dgm:layoutNode>
    </dgm:forEach>
    <dgm:forEach name="Name70" axis="ch" ptType="node" st="3" cnt="1">
      <dgm:layoutNode name="circ3" styleLbl="vennNode1">
        <dgm:alg type="sp"/>
        <dgm:shape xmlns:r="http://schemas.openxmlformats.org/officeDocument/2006/relationships" type="ellipse" r:blip="">
          <dgm:adjLst/>
        </dgm:shape>
        <dgm:choose name="Name71">
          <dgm:if name="Name72" func="var" arg="dir" op="equ" val="norm">
            <dgm:choose name="Name73">
              <dgm:if name="Name74" axis="root ch" ptType="all node" func="cnt" op="lte" val="4">
                <dgm:presOf axis="desOrSelf" ptType="node"/>
              </dgm:if>
              <dgm:else name="Name75">
                <dgm:presOf/>
              </dgm:else>
            </dgm:choose>
          </dgm:if>
          <dgm:else name="Name76">
            <dgm:choose name="Name77">
              <dgm:if name="Name78" axis="root ch" ptType="all node" func="cnt" op="equ" val="3">
                <dgm:presOf axis="root ch desOrSelf" ptType="all node node" st="1 2 1" cnt="1 1 0"/>
              </dgm:if>
              <dgm:if name="Name79" axis="root ch" ptType="all node" func="cnt" op="equ" val="4">
                <dgm:presOf axis="root ch desOrSelf" ptType="all node node" st="1 3 1" cnt="1 1 0"/>
              </dgm:if>
              <dgm:else name="Name80">
                <dgm:presOf/>
              </dgm:else>
            </dgm:choose>
          </dgm:else>
        </dgm:choose>
        <dgm:constrLst/>
        <dgm:ruleLst/>
      </dgm:layoutNode>
      <dgm:layoutNode name="circ3Tx" styleLbl="revTx">
        <dgm:varLst>
          <dgm:chMax val="0"/>
          <dgm:chPref val="0"/>
          <dgm:bulletEnabled val="1"/>
        </dgm:varLst>
        <dgm:alg type="tx">
          <dgm:param type="txAnchorHorz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choose name="Name81">
          <dgm:if name="Name82" func="var" arg="dir" op="equ" val="norm">
            <dgm:presOf axis="desOrSelf" ptType="node"/>
          </dgm:if>
          <dgm:else name="Name83">
            <dgm:choose name="Name84">
              <dgm:if name="Name85" axis="root ch" ptType="all node" func="cnt" op="equ" val="3">
                <dgm:presOf axis="root ch desOrSelf" ptType="all node node" st="1 2 1" cnt="1 1 0"/>
              </dgm:if>
              <dgm:if name="Name86" axis="root ch" ptType="all node" func="cnt" op="equ" val="4">
                <dgm:presOf axis="root ch desOrSelf" ptType="all node node" st="1 3 1" cnt="1 1 0"/>
              </dgm:if>
              <dgm:if name="Name87" axis="root ch" ptType="all node" func="cnt" op="equ" val="5">
                <dgm:presOf axis="root ch desOrSelf" ptType="all node node" st="1 4 1" cnt="1 1 0"/>
              </dgm:if>
              <dgm:if name="Name88" axis="root ch" ptType="all node" func="cnt" op="equ" val="6">
                <dgm:presOf axis="root ch desOrSelf" ptType="all node node" st="1 5 1" cnt="1 1 0"/>
              </dgm:if>
              <dgm:else name="Name89">
                <dgm:presOf axis="root ch desOrSelf" ptType="all node node" st="1 6 1" cnt="1 1 0"/>
              </dgm:else>
            </dgm:choose>
          </dgm:else>
        </dgm:choose>
        <dgm:constrLst>
          <dgm:constr type="tMarg"/>
          <dgm:constr type="bMarg"/>
          <dgm:constr type="lMarg"/>
          <dgm:constr type="rMarg"/>
          <dgm:constr type="primFontSz" val="65"/>
        </dgm:constrLst>
        <dgm:ruleLst>
          <dgm:rule type="primFontSz" val="5" fact="NaN" max="NaN"/>
        </dgm:ruleLst>
      </dgm:layoutNode>
    </dgm:forEach>
    <dgm:forEach name="Name90" axis="ch" ptType="node" st="4" cnt="1">
      <dgm:layoutNode name="circ4" styleLbl="vennNode1">
        <dgm:alg type="sp"/>
        <dgm:shape xmlns:r="http://schemas.openxmlformats.org/officeDocument/2006/relationships" type="ellipse" r:blip="">
          <dgm:adjLst/>
        </dgm:shape>
        <dgm:choose name="Name91">
          <dgm:if name="Name92" func="var" arg="dir" op="equ" val="norm">
            <dgm:choose name="Name93">
              <dgm:if name="Name94" axis="root ch" ptType="all node" func="cnt" op="lte" val="4">
                <dgm:presOf axis="desOrSelf" ptType="node"/>
              </dgm:if>
              <dgm:else name="Name95">
                <dgm:presOf/>
              </dgm:else>
            </dgm:choose>
          </dgm:if>
          <dgm:else name="Name96">
            <dgm:choose name="Name97">
              <dgm:if name="Name98" axis="root ch" ptType="all node" func="cnt" op="equ" val="4">
                <dgm:presOf axis="root ch desOrSelf" ptType="all node node" st="1 2 1" cnt="1 1 0"/>
              </dgm:if>
              <dgm:else name="Name99">
                <dgm:presOf/>
              </dgm:else>
            </dgm:choose>
          </dgm:else>
        </dgm:choose>
        <dgm:constrLst/>
        <dgm:ruleLst/>
      </dgm:layoutNode>
      <dgm:layoutNode name="circ4Tx" styleLbl="revTx">
        <dgm:varLst>
          <dgm:chMax val="0"/>
          <dgm:chPref val="0"/>
          <dgm:bulletEnabled val="1"/>
        </dgm:varLst>
        <dgm:alg type="tx">
          <dgm:param type="txAnchorHorz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choose name="Name100">
          <dgm:if name="Name101" func="var" arg="dir" op="equ" val="norm">
            <dgm:presOf axis="desOrSelf" ptType="node"/>
          </dgm:if>
          <dgm:else name="Name102">
            <dgm:choose name="Name103">
              <dgm:if name="Name104" axis="root ch" ptType="all node" func="cnt" op="equ" val="4">
                <dgm:presOf axis="root ch desOrSelf" ptType="all node node" st="1 2 1" cnt="1 1 0"/>
              </dgm:if>
              <dgm:if name="Name105" axis="root ch" ptType="all node" func="cnt" op="equ" val="5">
                <dgm:presOf axis="root ch desOrSelf" ptType="all node node" st="1 3 1" cnt="1 1 0"/>
              </dgm:if>
              <dgm:if name="Name106" axis="root ch" ptType="all node" func="cnt" op="equ" val="6">
                <dgm:presOf axis="root ch desOrSelf" ptType="all node node" st="1 4 1" cnt="1 1 0"/>
              </dgm:if>
              <dgm:else name="Name107">
                <dgm:presOf axis="root ch desOrSelf" ptType="all node node" st="1 5 1" cnt="1 1 0"/>
              </dgm:else>
            </dgm:choose>
          </dgm:else>
        </dgm:choose>
        <dgm:constrLst>
          <dgm:constr type="tMarg"/>
          <dgm:constr type="bMarg"/>
          <dgm:constr type="lMarg"/>
          <dgm:constr type="rMarg"/>
          <dgm:constr type="primFontSz" val="65"/>
        </dgm:constrLst>
        <dgm:ruleLst>
          <dgm:rule type="primFontSz" val="5" fact="NaN" max="NaN"/>
        </dgm:ruleLst>
      </dgm:layoutNode>
    </dgm:forEach>
    <dgm:forEach name="Name108" axis="ch" ptType="node" st="5" cnt="1">
      <dgm:layoutNode name="circ5" styleLbl="vennNode1">
        <dgm:alg type="sp"/>
        <dgm:shape xmlns:r="http://schemas.openxmlformats.org/officeDocument/2006/relationships" type="ellipse" r:blip="">
          <dgm:adjLst/>
        </dgm:shape>
        <dgm:presOf/>
        <dgm:constrLst/>
        <dgm:ruleLst/>
      </dgm:layoutNode>
      <dgm:layoutNode name="circ5Tx" styleLbl="revTx">
        <dgm:varLst>
          <dgm:chMax val="0"/>
          <dgm:chPref val="0"/>
          <dgm:bulletEnabled val="1"/>
        </dgm:varLst>
        <dgm:alg type="tx">
          <dgm:param type="txAnchorHorz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choose name="Name109">
          <dgm:if name="Name110" func="var" arg="dir" op="equ" val="norm">
            <dgm:presOf axis="desOrSelf" ptType="node"/>
          </dgm:if>
          <dgm:else name="Name111">
            <dgm:choose name="Name112">
              <dgm:if name="Name113" axis="root ch" ptType="all node" func="cnt" op="equ" val="5">
                <dgm:presOf axis="root ch desOrSelf" ptType="all node node" st="1 2 1" cnt="1 1 0"/>
              </dgm:if>
              <dgm:if name="Name114" axis="root ch" ptType="all node" func="cnt" op="equ" val="6">
                <dgm:presOf axis="root ch desOrSelf" ptType="all node node" st="1 3 1" cnt="1 1 0"/>
              </dgm:if>
              <dgm:else name="Name115">
                <dgm:presOf axis="root ch desOrSelf" ptType="all node node" st="1 4 1" cnt="1 1 0"/>
              </dgm:else>
            </dgm:choose>
          </dgm:else>
        </dgm:choose>
        <dgm:constrLst>
          <dgm:constr type="tMarg"/>
          <dgm:constr type="bMarg"/>
          <dgm:constr type="lMarg"/>
          <dgm:constr type="rMarg"/>
          <dgm:constr type="primFontSz" val="65"/>
        </dgm:constrLst>
        <dgm:ruleLst>
          <dgm:rule type="primFontSz" val="5" fact="NaN" max="NaN"/>
        </dgm:ruleLst>
      </dgm:layoutNode>
    </dgm:forEach>
    <dgm:forEach name="Name116" axis="ch" ptType="node" st="6" cnt="1">
      <dgm:layoutNode name="circ6" styleLbl="vennNode1">
        <dgm:alg type="sp"/>
        <dgm:shape xmlns:r="http://schemas.openxmlformats.org/officeDocument/2006/relationships" type="ellipse" r:blip="">
          <dgm:adjLst/>
        </dgm:shape>
        <dgm:presOf/>
        <dgm:constrLst/>
        <dgm:ruleLst/>
      </dgm:layoutNode>
      <dgm:layoutNode name="circ6Tx" styleLbl="revTx">
        <dgm:varLst>
          <dgm:chMax val="0"/>
          <dgm:chPref val="0"/>
          <dgm:bulletEnabled val="1"/>
        </dgm:varLst>
        <dgm:alg type="tx">
          <dgm:param type="txAnchorHorz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choose name="Name117">
          <dgm:if name="Name118" func="var" arg="dir" op="equ" val="norm">
            <dgm:presOf axis="desOrSelf" ptType="node"/>
          </dgm:if>
          <dgm:else name="Name119">
            <dgm:choose name="Name120">
              <dgm:if name="Name121" axis="root ch" ptType="all node" func="cnt" op="equ" val="6">
                <dgm:presOf axis="root ch desOrSelf" ptType="all node node" st="1 2 1" cnt="1 1 0"/>
              </dgm:if>
              <dgm:else name="Name122">
                <dgm:presOf axis="root ch desOrSelf" ptType="all node node" st="1 3 1" cnt="1 1 0"/>
              </dgm:else>
            </dgm:choose>
          </dgm:else>
        </dgm:choose>
        <dgm:constrLst>
          <dgm:constr type="tMarg"/>
          <dgm:constr type="bMarg"/>
          <dgm:constr type="lMarg"/>
          <dgm:constr type="rMarg"/>
          <dgm:constr type="primFontSz" val="65"/>
        </dgm:constrLst>
        <dgm:ruleLst>
          <dgm:rule type="primFontSz" val="5" fact="NaN" max="NaN"/>
        </dgm:ruleLst>
      </dgm:layoutNode>
    </dgm:forEach>
    <dgm:forEach name="Name123" axis="ch" ptType="node" st="7" cnt="1">
      <dgm:layoutNode name="circ7" styleLbl="vennNode1">
        <dgm:alg type="sp"/>
        <dgm:shape xmlns:r="http://schemas.openxmlformats.org/officeDocument/2006/relationships" type="ellipse" r:blip="">
          <dgm:adjLst/>
        </dgm:shape>
        <dgm:presOf/>
        <dgm:constrLst/>
        <dgm:ruleLst/>
      </dgm:layoutNode>
      <dgm:layoutNode name="circ7Tx" styleLbl="revTx">
        <dgm:varLst>
          <dgm:chMax val="0"/>
          <dgm:chPref val="0"/>
          <dgm:bulletEnabled val="1"/>
        </dgm:varLst>
        <dgm:alg type="tx">
          <dgm:param type="txAnchorHorz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choose name="Name124">
          <dgm:if name="Name125" func="var" arg="dir" op="equ" val="norm">
            <dgm:presOf axis="desOrSelf" ptType="node"/>
          </dgm:if>
          <dgm:else name="Name126">
            <dgm:presOf axis="root ch desOrSelf" ptType="all node node" st="1 2 1" cnt="1 1 0"/>
          </dgm:else>
        </dgm:choose>
        <dgm:constrLst>
          <dgm:constr type="tMarg"/>
          <dgm:constr type="bMarg"/>
          <dgm:constr type="lMarg"/>
          <dgm:constr type="rMarg"/>
          <dgm:constr type="primFontSz" val="65"/>
        </dgm:constrLst>
        <dgm:ruleLst>
          <dgm:rule type="primFontSz" val="5" fact="NaN" max="NaN"/>
        </dgm:ruleLst>
      </dgm:layoutNod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enn3">
  <dgm:title val=""/>
  <dgm:desc val=""/>
  <dgm:catLst>
    <dgm:cat type="relationship" pri="29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>
          <dgm:param type="fallback" val="2D"/>
        </dgm:alg>
      </dgm:if>
      <dgm:else name="Name3">
        <dgm:alg type="lin">
          <dgm:param type="fallback" val="2D"/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refType="w" refFor="ch" refPtType="node"/>
      <dgm:constr type="w" for="ch" forName="space" refType="w" refFor="ch" refPtType="node" fact="-0.2"/>
      <dgm:constr type="primFontSz" for="ch" ptType="node" op="equ" val="65"/>
    </dgm:constrLst>
    <dgm:ruleLst/>
    <dgm:forEach name="Name4" axis="ch" ptType="node">
      <dgm:layoutNode name="Name5" styleLbl="vennNode1">
        <dgm:varLst>
          <dgm:bulletEnabled val="1"/>
        </dgm:varLst>
        <dgm:alg type="tx">
          <dgm:param type="txAnchorVertCh" val="mid"/>
          <dgm:param type="txAnchorHorzCh" val="ctr"/>
        </dgm:alg>
        <dgm:shape xmlns:r="http://schemas.openxmlformats.org/officeDocument/2006/relationships" type="ellipse" r:blip="">
          <dgm:adjLst/>
        </dgm:shape>
        <dgm:presOf axis="desOrSelf" ptType="node"/>
        <dgm:constrLst>
          <dgm:constr type="tMarg" refType="primFontSz" fact="0.1"/>
          <dgm:constr type="bMarg" refType="primFontSz" fact="0.1"/>
          <dgm:constr type="lMarg" refType="w" fact="0.156"/>
          <dgm:constr type="rMarg" refType="w" fact="0.156"/>
        </dgm:constrLst>
        <dgm:ruleLst>
          <dgm:rule type="primFontSz" val="5" fact="NaN" max="NaN"/>
        </dgm:ruleLst>
      </dgm:layoutNode>
      <dgm:forEach name="Name6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F6756E-81DA-9FAC-70D8-556F658BDDA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EBEDD12-BCD5-485B-BCBC-34BB01D7923C}" type="datetimeFigureOut">
              <a:rPr lang="en-US" smtClean="0"/>
              <a:t>3/24/2026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71D415-D05A-7067-CCD3-457153D96CD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C230DF-5933-439D-898F-38E9AC9BA688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B97095E3-54D2-CFD2-4F49-7536FC8641D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8" name="Header Placeholder 7">
            <a:extLst>
              <a:ext uri="{FF2B5EF4-FFF2-40B4-BE49-F238E27FC236}">
                <a16:creationId xmlns:a16="http://schemas.microsoft.com/office/drawing/2014/main" id="{521EE01A-C0B5-5ECF-96DD-768F86AA15C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322844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EE7A52F-9D89-7442-A8E9-48D1527B5F6B}" type="datetimeFigureOut">
              <a:rPr lang="en-US" smtClean="0"/>
              <a:t>3/24/2026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89C7E07-3C67-C64C-8DA0-0404F630397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25283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C7E07-3C67-C64C-8DA0-0404F6303970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245386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C7E07-3C67-C64C-8DA0-0404F6303970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34168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C7E07-3C67-C64C-8DA0-0404F6303970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043311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C7E07-3C67-C64C-8DA0-0404F6303970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624801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C7E07-3C67-C64C-8DA0-0404F6303970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827656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C7E07-3C67-C64C-8DA0-0404F6303970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618372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42A282-E5A0-CAFB-293D-97D60177E1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87AECA-DC61-5601-713D-F652AB2E3C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943CE8-49D5-9E7F-F1CB-1116788AF2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7828FC-75D4-53F7-4222-8699CDC44F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C7E07-3C67-C64C-8DA0-0404F6303970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88383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E5863A-05E9-4E96-985A-573F3E5859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5AADDD-4CCA-49C8-614F-74E1E742B9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9AA325-E008-0F81-B40A-E588E838E8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49988D-5474-83FB-2F3D-4FA2ED415F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C7E07-3C67-C64C-8DA0-0404F6303970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415145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BBC04D-2568-C19F-6211-ABA7996CB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BD96A4-D432-FA69-5E46-4DF91D77CA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639921-CFBB-DE6F-31EB-81B758CA02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53E3F8-8185-F97B-2F08-1F44FCE2A5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C7E07-3C67-C64C-8DA0-0404F6303970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777778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C7E07-3C67-C64C-8DA0-0404F6303970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023313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40491C-2901-D26C-98D5-0996A746B6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9528B9-6204-C3FB-E80D-0E86955CB4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BE14A1-CA94-8550-D2DF-11B2A29AA3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E9CFEA-A686-9B4F-5AD9-C0CF159E83B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C7E07-3C67-C64C-8DA0-0404F6303970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326902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A9B107-4B06-567C-5FDB-7BEA6E84BA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A54D4B-8E90-8951-0A40-DB741D9C90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4F9A75-0B57-C2B9-DF9C-DC17BFB274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681B3B-6044-87D1-9C17-C958B1C59A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C7E07-3C67-C64C-8DA0-0404F6303970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33543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F69AB3-12F7-2CAF-9E3C-975DC0D09C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AAA0A8-4534-3B69-3563-80EEC8CCFD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641E15-5E5D-04BC-EC7B-41EF382A24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4F69CC-B50B-9880-F76E-B2F0D80AF1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C7E07-3C67-C64C-8DA0-0404F6303970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686486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C7E07-3C67-C64C-8DA0-0404F6303970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116043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446A82-4EB6-1F62-0FC2-9B77ADF7A4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856725-229C-332A-F3A1-552F626D97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3A42C8-356C-DDD2-46F6-19B37D58A9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2A7E5E-7EB0-9BF0-2029-B8397C98EA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C7E07-3C67-C64C-8DA0-0404F6303970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962864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C7E07-3C67-C64C-8DA0-0404F6303970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3459689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C7E07-3C67-C64C-8DA0-0404F6303970}" type="slidenum">
              <a:rPr lang="en-US" smtClean="0"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59231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1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B6987D-0137-DE42-B76B-FF621E808D9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309904" y="411479"/>
            <a:ext cx="5486400" cy="3291840"/>
          </a:xfrm>
          <a:prstGeom prst="rect">
            <a:avLst/>
          </a:prstGeom>
        </p:spPr>
        <p:txBody>
          <a:bodyPr lIns="0" tIns="0" rIns="0" bIns="0" anchor="b">
            <a:noAutofit/>
          </a:bodyPr>
          <a:lstStyle>
            <a:lvl1pPr algn="l">
              <a:lnSpc>
                <a:spcPct val="80000"/>
              </a:lnSpc>
              <a:defRPr sz="6000" b="1" i="0" spc="100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add title 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C26C18C3-ED25-DD4B-BA72-24932D54DE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1" y="758752"/>
            <a:ext cx="6099248" cy="6099248"/>
            <a:chOff x="0" y="12289"/>
            <a:chExt cx="3550" cy="3551"/>
          </a:xfrm>
        </p:grpSpPr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C07CC263-2515-F147-8CC5-F8E9FF9FA8E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43B40037-7481-524B-8685-404D965690F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7B759713-8408-EE47-9394-3DA6F5E4B6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69706A2-3726-FE4E-B923-E75D485978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09360" y="3950208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413275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806C6F65-35CD-D64B-992A-0C1C1E0038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362700" y="0"/>
            <a:ext cx="5829298" cy="3235602"/>
            <a:chOff x="5612972" y="1"/>
            <a:chExt cx="6615961" cy="3672246"/>
          </a:xfrm>
        </p:grpSpPr>
        <p:sp>
          <p:nvSpPr>
            <p:cNvPr id="7" name="AutoShape 24">
              <a:extLst>
                <a:ext uri="{FF2B5EF4-FFF2-40B4-BE49-F238E27FC236}">
                  <a16:creationId xmlns:a16="http://schemas.microsoft.com/office/drawing/2014/main" id="{CFD467E2-FF13-7E4F-BEF9-EA1A17665B2D}"/>
                </a:ext>
              </a:extLst>
            </p:cNvPr>
            <p:cNvSpPr>
              <a:spLocks/>
            </p:cNvSpPr>
            <p:nvPr/>
          </p:nvSpPr>
          <p:spPr bwMode="auto">
            <a:xfrm>
              <a:off x="5612972" y="1"/>
              <a:ext cx="4408998" cy="3672246"/>
            </a:xfrm>
            <a:custGeom>
              <a:avLst/>
              <a:gdLst>
                <a:gd name="T0" fmla="+- 0 8372 6586"/>
                <a:gd name="T1" fmla="*/ T0 w 3578"/>
                <a:gd name="T2" fmla="*/ 591 h 2980"/>
                <a:gd name="T3" fmla="+- 0 7780 6586"/>
                <a:gd name="T4" fmla="*/ T3 w 3578"/>
                <a:gd name="T5" fmla="*/ 0 h 2980"/>
                <a:gd name="T6" fmla="+- 0 6586 6586"/>
                <a:gd name="T7" fmla="*/ T6 w 3578"/>
                <a:gd name="T8" fmla="*/ 0 h 2980"/>
                <a:gd name="T9" fmla="+- 0 7774 6586"/>
                <a:gd name="T10" fmla="*/ T9 w 3578"/>
                <a:gd name="T11" fmla="*/ 1188 h 2980"/>
                <a:gd name="T12" fmla="+- 0 8372 6586"/>
                <a:gd name="T13" fmla="*/ T12 w 3578"/>
                <a:gd name="T14" fmla="*/ 591 h 2980"/>
                <a:gd name="T15" fmla="+- 0 10163 6586"/>
                <a:gd name="T16" fmla="*/ T15 w 3578"/>
                <a:gd name="T17" fmla="*/ 2383 h 2980"/>
                <a:gd name="T18" fmla="+- 0 9566 6586"/>
                <a:gd name="T19" fmla="*/ T18 w 3578"/>
                <a:gd name="T20" fmla="*/ 1786 h 2980"/>
                <a:gd name="T21" fmla="+- 0 8969 6586"/>
                <a:gd name="T22" fmla="*/ T21 w 3578"/>
                <a:gd name="T23" fmla="*/ 2383 h 2980"/>
                <a:gd name="T24" fmla="+- 0 9566 6586"/>
                <a:gd name="T25" fmla="*/ T24 w 3578"/>
                <a:gd name="T26" fmla="*/ 2980 h 2980"/>
                <a:gd name="T27" fmla="+- 0 10163 6586"/>
                <a:gd name="T28" fmla="*/ T27 w 3578"/>
                <a:gd name="T29" fmla="*/ 2383 h 2980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  <a:cxn ang="0">
                  <a:pos x="T13" y="T14"/>
                </a:cxn>
                <a:cxn ang="0">
                  <a:pos x="T16" y="T17"/>
                </a:cxn>
                <a:cxn ang="0">
                  <a:pos x="T19" y="T20"/>
                </a:cxn>
                <a:cxn ang="0">
                  <a:pos x="T22" y="T23"/>
                </a:cxn>
                <a:cxn ang="0">
                  <a:pos x="T25" y="T26"/>
                </a:cxn>
                <a:cxn ang="0">
                  <a:pos x="T28" y="T29"/>
                </a:cxn>
              </a:cxnLst>
              <a:rect l="0" t="0" r="r" b="b"/>
              <a:pathLst>
                <a:path w="3578" h="2980">
                  <a:moveTo>
                    <a:pt x="1786" y="591"/>
                  </a:moveTo>
                  <a:lnTo>
                    <a:pt x="1194" y="0"/>
                  </a:lnTo>
                  <a:lnTo>
                    <a:pt x="0" y="0"/>
                  </a:lnTo>
                  <a:lnTo>
                    <a:pt x="1188" y="1188"/>
                  </a:lnTo>
                  <a:lnTo>
                    <a:pt x="1786" y="591"/>
                  </a:lnTo>
                  <a:moveTo>
                    <a:pt x="3577" y="2383"/>
                  </a:moveTo>
                  <a:lnTo>
                    <a:pt x="2980" y="1786"/>
                  </a:lnTo>
                  <a:lnTo>
                    <a:pt x="2383" y="2383"/>
                  </a:lnTo>
                  <a:lnTo>
                    <a:pt x="2980" y="2980"/>
                  </a:lnTo>
                  <a:lnTo>
                    <a:pt x="3577" y="2383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CA85A327-3157-B442-993A-6900F71249AC}"/>
                </a:ext>
              </a:extLst>
            </p:cNvPr>
            <p:cNvSpPr>
              <a:spLocks/>
            </p:cNvSpPr>
            <p:nvPr/>
          </p:nvSpPr>
          <p:spPr bwMode="auto">
            <a:xfrm>
              <a:off x="6341233" y="1463970"/>
              <a:ext cx="2208196" cy="2208277"/>
            </a:xfrm>
            <a:custGeom>
              <a:avLst/>
              <a:gdLst>
                <a:gd name="T0" fmla="+- 0 7774 7177"/>
                <a:gd name="T1" fmla="*/ T0 w 1792"/>
                <a:gd name="T2" fmla="+- 0 1188 1188"/>
                <a:gd name="T3" fmla="*/ 1188 h 1792"/>
                <a:gd name="T4" fmla="+- 0 7177 7177"/>
                <a:gd name="T5" fmla="*/ T4 w 1792"/>
                <a:gd name="T6" fmla="+- 0 1786 1188"/>
                <a:gd name="T7" fmla="*/ 1786 h 1792"/>
                <a:gd name="T8" fmla="+- 0 8372 7177"/>
                <a:gd name="T9" fmla="*/ T8 w 1792"/>
                <a:gd name="T10" fmla="+- 0 2980 1188"/>
                <a:gd name="T11" fmla="*/ 2980 h 1792"/>
                <a:gd name="T12" fmla="+- 0 8969 7177"/>
                <a:gd name="T13" fmla="*/ T12 w 1792"/>
                <a:gd name="T14" fmla="+- 0 2383 1188"/>
                <a:gd name="T15" fmla="*/ 2383 h 1792"/>
                <a:gd name="T16" fmla="+- 0 7774 7177"/>
                <a:gd name="T17" fmla="*/ T16 w 1792"/>
                <a:gd name="T18" fmla="+- 0 1188 1188"/>
                <a:gd name="T19" fmla="*/ 1188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7" y="0"/>
                  </a:moveTo>
                  <a:lnTo>
                    <a:pt x="0" y="598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9A459CB4-74AF-0544-AB1E-7CC6D10F84EB}"/>
                </a:ext>
              </a:extLst>
            </p:cNvPr>
            <p:cNvSpPr>
              <a:spLocks/>
            </p:cNvSpPr>
            <p:nvPr/>
          </p:nvSpPr>
          <p:spPr bwMode="auto">
            <a:xfrm>
              <a:off x="8555590" y="1"/>
              <a:ext cx="1457754" cy="729520"/>
            </a:xfrm>
            <a:custGeom>
              <a:avLst/>
              <a:gdLst>
                <a:gd name="T0" fmla="+- 0 10158 8975"/>
                <a:gd name="T1" fmla="*/ T0 w 1183"/>
                <a:gd name="T2" fmla="*/ 0 h 592"/>
                <a:gd name="T3" fmla="+- 0 8975 8975"/>
                <a:gd name="T4" fmla="*/ T3 w 1183"/>
                <a:gd name="T5" fmla="*/ 0 h 592"/>
                <a:gd name="T6" fmla="+- 0 9566 8975"/>
                <a:gd name="T7" fmla="*/ T6 w 1183"/>
                <a:gd name="T8" fmla="*/ 591 h 592"/>
                <a:gd name="T9" fmla="+- 0 10158 8975"/>
                <a:gd name="T10" fmla="*/ T9 w 1183"/>
                <a:gd name="T11" fmla="*/ 0 h 592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</a:cxnLst>
              <a:rect l="0" t="0" r="r" b="b"/>
              <a:pathLst>
                <a:path w="1183" h="592">
                  <a:moveTo>
                    <a:pt x="1183" y="0"/>
                  </a:moveTo>
                  <a:lnTo>
                    <a:pt x="0" y="0"/>
                  </a:lnTo>
                  <a:lnTo>
                    <a:pt x="591" y="591"/>
                  </a:lnTo>
                  <a:lnTo>
                    <a:pt x="118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95A20BFD-9142-D64A-A78A-61B75FCA0D76}"/>
                </a:ext>
              </a:extLst>
            </p:cNvPr>
            <p:cNvSpPr>
              <a:spLocks/>
            </p:cNvSpPr>
            <p:nvPr/>
          </p:nvSpPr>
          <p:spPr bwMode="auto">
            <a:xfrm>
              <a:off x="7076887" y="728289"/>
              <a:ext cx="2208196" cy="2208277"/>
            </a:xfrm>
            <a:custGeom>
              <a:avLst/>
              <a:gdLst>
                <a:gd name="T0" fmla="+- 0 8372 7774"/>
                <a:gd name="T1" fmla="*/ T0 w 1792"/>
                <a:gd name="T2" fmla="+- 0 591 591"/>
                <a:gd name="T3" fmla="*/ 591 h 1792"/>
                <a:gd name="T4" fmla="+- 0 7774 7774"/>
                <a:gd name="T5" fmla="*/ T4 w 1792"/>
                <a:gd name="T6" fmla="+- 0 1188 591"/>
                <a:gd name="T7" fmla="*/ 1188 h 1792"/>
                <a:gd name="T8" fmla="+- 0 8969 7774"/>
                <a:gd name="T9" fmla="*/ T8 w 1792"/>
                <a:gd name="T10" fmla="+- 0 2383 591"/>
                <a:gd name="T11" fmla="*/ 2383 h 1792"/>
                <a:gd name="T12" fmla="+- 0 9566 7774"/>
                <a:gd name="T13" fmla="*/ T12 w 1792"/>
                <a:gd name="T14" fmla="+- 0 1786 591"/>
                <a:gd name="T15" fmla="*/ 1786 h 1792"/>
                <a:gd name="T16" fmla="+- 0 8372 7774"/>
                <a:gd name="T17" fmla="*/ T16 w 1792"/>
                <a:gd name="T18" fmla="+- 0 591 591"/>
                <a:gd name="T19" fmla="*/ 591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8" y="0"/>
                  </a:moveTo>
                  <a:lnTo>
                    <a:pt x="0" y="597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8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B80736DF-C890-DB47-AEAA-D3D92505E632}"/>
                </a:ext>
              </a:extLst>
            </p:cNvPr>
            <p:cNvSpPr>
              <a:spLocks/>
            </p:cNvSpPr>
            <p:nvPr/>
          </p:nvSpPr>
          <p:spPr bwMode="auto">
            <a:xfrm>
              <a:off x="9285083" y="728289"/>
              <a:ext cx="2943850" cy="2943958"/>
            </a:xfrm>
            <a:custGeom>
              <a:avLst/>
              <a:gdLst>
                <a:gd name="T0" fmla="+- 0 11955 9566"/>
                <a:gd name="T1" fmla="*/ T0 w 2389"/>
                <a:gd name="T2" fmla="+- 0 1786 591"/>
                <a:gd name="T3" fmla="*/ 1786 h 2389"/>
                <a:gd name="T4" fmla="+- 0 10760 9566"/>
                <a:gd name="T5" fmla="*/ T4 w 2389"/>
                <a:gd name="T6" fmla="+- 0 591 591"/>
                <a:gd name="T7" fmla="*/ 591 h 2389"/>
                <a:gd name="T8" fmla="+- 0 9566 9566"/>
                <a:gd name="T9" fmla="*/ T8 w 2389"/>
                <a:gd name="T10" fmla="+- 0 1786 591"/>
                <a:gd name="T11" fmla="*/ 1786 h 2389"/>
                <a:gd name="T12" fmla="+- 0 10760 9566"/>
                <a:gd name="T13" fmla="*/ T12 w 2389"/>
                <a:gd name="T14" fmla="+- 0 2980 591"/>
                <a:gd name="T15" fmla="*/ 2980 h 2389"/>
                <a:gd name="T16" fmla="+- 0 11955 9566"/>
                <a:gd name="T17" fmla="*/ T16 w 2389"/>
                <a:gd name="T18" fmla="+- 0 1786 591"/>
                <a:gd name="T19" fmla="*/ 1786 h 2389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2389" h="2389">
                  <a:moveTo>
                    <a:pt x="2389" y="1195"/>
                  </a:moveTo>
                  <a:lnTo>
                    <a:pt x="1194" y="0"/>
                  </a:lnTo>
                  <a:lnTo>
                    <a:pt x="0" y="1195"/>
                  </a:lnTo>
                  <a:lnTo>
                    <a:pt x="1194" y="2389"/>
                  </a:lnTo>
                  <a:lnTo>
                    <a:pt x="2389" y="1195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12" name="Title 1">
            <a:extLst>
              <a:ext uri="{FF2B5EF4-FFF2-40B4-BE49-F238E27FC236}">
                <a16:creationId xmlns:a16="http://schemas.microsoft.com/office/drawing/2014/main" id="{39F93F26-ED5C-E74E-BFBD-E3054DC1B9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189572"/>
            <a:ext cx="6787747" cy="1593507"/>
          </a:xfrm>
          <a:prstGeom prst="rect">
            <a:avLst/>
          </a:prstGeom>
        </p:spPr>
        <p:txBody>
          <a:bodyPr lIns="0" tIns="0" rIns="0" bIns="0" anchor="b" anchorCtr="0">
            <a:noAutofit/>
          </a:bodyPr>
          <a:lstStyle>
            <a:lvl1pPr>
              <a:defRPr sz="4400" b="1" i="0" spc="50" baseline="0">
                <a:latin typeface="+mj-lt"/>
              </a:defRPr>
            </a:lvl1pPr>
          </a:lstStyle>
          <a:p>
            <a:r>
              <a:rPr lang="en-US" dirty="0"/>
              <a:t>Click to add title </a:t>
            </a:r>
          </a:p>
        </p:txBody>
      </p:sp>
      <p:sp>
        <p:nvSpPr>
          <p:cNvPr id="2" name="Content Placeholder 5">
            <a:extLst>
              <a:ext uri="{FF2B5EF4-FFF2-40B4-BE49-F238E27FC236}">
                <a16:creationId xmlns:a16="http://schemas.microsoft.com/office/drawing/2014/main" id="{186153BD-9D2B-47EB-3553-1D3F6663B2A3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94359" y="2281918"/>
            <a:ext cx="6787747" cy="3708517"/>
          </a:xfrm>
        </p:spPr>
        <p:txBody>
          <a:bodyPr lIns="0" tIns="228600" rIns="0" bIns="0">
            <a:normAutofit/>
          </a:bodyPr>
          <a:lstStyle>
            <a:lvl1pPr marL="283464" indent="-283464">
              <a:lnSpc>
                <a:spcPct val="80000"/>
              </a:lnSpc>
              <a:spcBef>
                <a:spcPts val="2200"/>
              </a:spcBef>
              <a:buFont typeface="Arial" panose="020B0604020202020204" pitchFamily="34" charset="0"/>
              <a:buChar char="•"/>
              <a:defRPr lang="en-US" sz="2400" b="1" i="0" kern="1200" dirty="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indent="-283464">
              <a:spcBef>
                <a:spcPts val="600"/>
              </a:spcBef>
              <a:defRPr sz="2000"/>
            </a:lvl2pPr>
            <a:lvl3pPr indent="-283464">
              <a:spcBef>
                <a:spcPts val="1800"/>
              </a:spcBef>
              <a:defRPr sz="2000"/>
            </a:lvl3pPr>
            <a:lvl4pPr indent="-283464">
              <a:spcBef>
                <a:spcPts val="1800"/>
              </a:spcBef>
              <a:defRPr sz="2000"/>
            </a:lvl4pPr>
            <a:lvl5pPr indent="-283464">
              <a:spcBef>
                <a:spcPts val="1800"/>
              </a:spcBef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3" name="Slide Number Placeholder 42">
            <a:extLst>
              <a:ext uri="{FF2B5EF4-FFF2-40B4-BE49-F238E27FC236}">
                <a16:creationId xmlns:a16="http://schemas.microsoft.com/office/drawing/2014/main" id="{D80CCC8F-9CF1-9621-04EB-DFA68FEE42D2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>
              <a:latin typeface="+mn-lt"/>
            </a:endParaRPr>
          </a:p>
        </p:txBody>
      </p:sp>
      <p:sp>
        <p:nvSpPr>
          <p:cNvPr id="42" name="Date Placeholder 41">
            <a:extLst>
              <a:ext uri="{FF2B5EF4-FFF2-40B4-BE49-F238E27FC236}">
                <a16:creationId xmlns:a16="http://schemas.microsoft.com/office/drawing/2014/main" id="{29CE2856-DB8F-5603-C085-74C70560FAC8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endParaRPr lang="en-US" dirty="0">
              <a:latin typeface="+mn-lt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79826C1-7A52-DA25-F422-EE62DED7D1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0552" cy="0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80892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79D0555-EBDC-B53A-212D-A5921795FEC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6880543"/>
          </a:xfrm>
          <a:custGeom>
            <a:avLst/>
            <a:gdLst>
              <a:gd name="connsiteX0" fmla="*/ 6309360 w 12192000"/>
              <a:gd name="connsiteY0" fmla="*/ 3951843 h 6880543"/>
              <a:gd name="connsiteX1" fmla="*/ 6309360 w 12192000"/>
              <a:gd name="connsiteY1" fmla="*/ 4052427 h 6880543"/>
              <a:gd name="connsiteX2" fmla="*/ 8442960 w 12192000"/>
              <a:gd name="connsiteY2" fmla="*/ 4052427 h 6880543"/>
              <a:gd name="connsiteX3" fmla="*/ 8442960 w 12192000"/>
              <a:gd name="connsiteY3" fmla="*/ 3951843 h 6880543"/>
              <a:gd name="connsiteX4" fmla="*/ 0 w 12192000"/>
              <a:gd name="connsiteY4" fmla="*/ 0 h 6880543"/>
              <a:gd name="connsiteX5" fmla="*/ 12192000 w 12192000"/>
              <a:gd name="connsiteY5" fmla="*/ 0 h 6880543"/>
              <a:gd name="connsiteX6" fmla="*/ 12192000 w 12192000"/>
              <a:gd name="connsiteY6" fmla="*/ 6880543 h 6880543"/>
              <a:gd name="connsiteX7" fmla="*/ 0 w 12192000"/>
              <a:gd name="connsiteY7" fmla="*/ 6880543 h 68805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880543">
                <a:moveTo>
                  <a:pt x="6309360" y="3951843"/>
                </a:moveTo>
                <a:lnTo>
                  <a:pt x="6309360" y="4052427"/>
                </a:lnTo>
                <a:lnTo>
                  <a:pt x="8442960" y="4052427"/>
                </a:lnTo>
                <a:lnTo>
                  <a:pt x="8442960" y="3951843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80543"/>
                </a:lnTo>
                <a:lnTo>
                  <a:pt x="0" y="6880543"/>
                </a:lnTo>
                <a:close/>
              </a:path>
            </a:pathLst>
          </a:custGeom>
        </p:spPr>
        <p:txBody>
          <a:bodyPr wrap="square" tIns="182880">
            <a:no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8D492973-78E3-D34E-835E-CF2D451701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09359" y="444933"/>
            <a:ext cx="5477479" cy="3291840"/>
          </a:xfrm>
          <a:prstGeom prst="rect">
            <a:avLst/>
          </a:prstGeom>
        </p:spPr>
        <p:txBody>
          <a:bodyPr lIns="0" tIns="0" rIns="0" bIns="0" anchor="b" anchorCtr="0">
            <a:noAutofit/>
          </a:bodyPr>
          <a:lstStyle>
            <a:lvl1pPr>
              <a:defRPr sz="6000" b="1" i="0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Click to add title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96BA398-1ED2-1FCA-63B9-8915A8C7A5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309360" y="3951843"/>
            <a:ext cx="2133600" cy="10058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91695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104">
          <p15:clr>
            <a:srgbClr val="FBAE40"/>
          </p15:clr>
        </p15:guide>
        <p15:guide id="3" pos="4344" userDrawn="1">
          <p15:clr>
            <a:srgbClr val="FBAE40"/>
          </p15:clr>
        </p15:guide>
        <p15:guide id="4" pos="4560" userDrawn="1">
          <p15:clr>
            <a:srgbClr val="FBAE40"/>
          </p15:clr>
        </p15:guide>
        <p15:guide id="8" orient="horz" pos="1848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B6987D-0137-DE42-B76B-FF621E808D9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99835" y="430529"/>
            <a:ext cx="5486400" cy="3291840"/>
          </a:xfrm>
          <a:prstGeom prst="rect">
            <a:avLst/>
          </a:prstGeom>
        </p:spPr>
        <p:txBody>
          <a:bodyPr lIns="0" tIns="0" rIns="0" bIns="0" anchor="b">
            <a:noAutofit/>
          </a:bodyPr>
          <a:lstStyle>
            <a:lvl1pPr algn="l">
              <a:lnSpc>
                <a:spcPct val="80000"/>
              </a:lnSpc>
              <a:defRPr sz="6000" b="1" i="0" spc="100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add title 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A9973BC6-F6E5-0B3B-C8AB-0AC4020D4E8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-11113"/>
            <a:ext cx="5791200" cy="6880226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8" name="Text Placeholder 29">
            <a:extLst>
              <a:ext uri="{FF2B5EF4-FFF2-40B4-BE49-F238E27FC236}">
                <a16:creationId xmlns:a16="http://schemas.microsoft.com/office/drawing/2014/main" id="{276A9CD7-E675-3048-86D3-3546A2F6B45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99835" y="4568602"/>
            <a:ext cx="5486400" cy="164592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2400" b="1" i="0">
                <a:solidFill>
                  <a:schemeClr val="tx2">
                    <a:lumMod val="75000"/>
                  </a:schemeClr>
                </a:solidFill>
                <a:latin typeface="+mn-lt"/>
              </a:defRPr>
            </a:lvl1pPr>
            <a:lvl2pPr>
              <a:defRPr sz="4000"/>
            </a:lvl2pPr>
            <a:lvl3pPr>
              <a:defRPr sz="4000"/>
            </a:lvl3pPr>
            <a:lvl4pPr>
              <a:defRPr sz="4000"/>
            </a:lvl4pPr>
            <a:lvl5pPr>
              <a:defRPr sz="4000"/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9169ED6-4B82-6844-119F-AC15CDF2D3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09360" y="3950208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879140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57F1500-1A16-D1EF-4F0C-030852B291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2D07A0BE-3890-193E-9439-F294E61A71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11" name="Freeform 19">
              <a:extLst>
                <a:ext uri="{FF2B5EF4-FFF2-40B4-BE49-F238E27FC236}">
                  <a16:creationId xmlns:a16="http://schemas.microsoft.com/office/drawing/2014/main" id="{C05217ED-C258-E6CE-BA7F-28A6EA41BCD3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2" name="Freeform 20">
              <a:extLst>
                <a:ext uri="{FF2B5EF4-FFF2-40B4-BE49-F238E27FC236}">
                  <a16:creationId xmlns:a16="http://schemas.microsoft.com/office/drawing/2014/main" id="{F3E11A1F-14DD-BA35-D7D7-4D4ADEAA348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3" name="Freeform 21">
              <a:extLst>
                <a:ext uri="{FF2B5EF4-FFF2-40B4-BE49-F238E27FC236}">
                  <a16:creationId xmlns:a16="http://schemas.microsoft.com/office/drawing/2014/main" id="{F14541B0-973F-7E21-1019-D2FB83C8C0D0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32" name="Title 1">
            <a:extLst>
              <a:ext uri="{FF2B5EF4-FFF2-40B4-BE49-F238E27FC236}">
                <a16:creationId xmlns:a16="http://schemas.microsoft.com/office/drawing/2014/main" id="{467E05B6-B7CB-1E4F-96BA-4B8CFE8B63D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102875"/>
            <a:ext cx="10873740" cy="1680205"/>
          </a:xfrm>
          <a:prstGeom prst="rect">
            <a:avLst/>
          </a:prstGeom>
        </p:spPr>
        <p:txBody>
          <a:bodyPr lIns="0" tIns="0" rIns="0" bIns="0" anchor="b" anchorCtr="0">
            <a:noAutofit/>
          </a:bodyPr>
          <a:lstStyle>
            <a:lvl1pPr>
              <a:defRPr sz="4400" b="1" i="0">
                <a:latin typeface="+mj-lt"/>
              </a:defRPr>
            </a:lvl1pPr>
          </a:lstStyle>
          <a:p>
            <a:r>
              <a:rPr lang="en-US" dirty="0"/>
              <a:t>Click to add title </a:t>
            </a:r>
          </a:p>
        </p:txBody>
      </p:sp>
      <p:sp>
        <p:nvSpPr>
          <p:cNvPr id="2" name="Content Placeholder 5">
            <a:extLst>
              <a:ext uri="{FF2B5EF4-FFF2-40B4-BE49-F238E27FC236}">
                <a16:creationId xmlns:a16="http://schemas.microsoft.com/office/drawing/2014/main" id="{F6FE0DC0-B0D7-F4D6-8038-177AD7A8C211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657600" y="2282008"/>
            <a:ext cx="7810500" cy="3699328"/>
          </a:xfrm>
        </p:spPr>
        <p:txBody>
          <a:bodyPr lIns="0" tIns="228600" rIns="0" bIns="0">
            <a:normAutofit/>
          </a:bodyPr>
          <a:lstStyle>
            <a:lvl1pPr marL="283464" indent="-283464">
              <a:spcBef>
                <a:spcPts val="1800"/>
              </a:spcBef>
              <a:buFont typeface="Arial" panose="020B0604020202020204" pitchFamily="34" charset="0"/>
              <a:buChar char="•"/>
              <a:defRPr sz="2000"/>
            </a:lvl1pPr>
            <a:lvl2pPr indent="-283464">
              <a:spcBef>
                <a:spcPts val="1800"/>
              </a:spcBef>
              <a:defRPr sz="2000"/>
            </a:lvl2pPr>
            <a:lvl3pPr indent="-283464">
              <a:spcBef>
                <a:spcPts val="1800"/>
              </a:spcBef>
              <a:defRPr sz="2000"/>
            </a:lvl3pPr>
            <a:lvl4pPr indent="-283464">
              <a:spcBef>
                <a:spcPts val="1800"/>
              </a:spcBef>
              <a:defRPr sz="2000"/>
            </a:lvl4pPr>
            <a:lvl5pPr indent="-283464">
              <a:spcBef>
                <a:spcPts val="1800"/>
              </a:spcBef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ED58739-4346-5104-B1AC-89ED035912AF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>
              <a:latin typeface="+mn-lt"/>
            </a:endParaRP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9272B8D-F380-9F1A-C8E6-BDD2352B1763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40296414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304">
          <p15:clr>
            <a:srgbClr val="FBAE40"/>
          </p15:clr>
        </p15:guide>
        <p15:guide id="4" pos="5736">
          <p15:clr>
            <a:srgbClr val="FBAE40"/>
          </p15:clr>
        </p15:guide>
        <p15:guide id="5" pos="1944">
          <p15:clr>
            <a:srgbClr val="FBAE40"/>
          </p15:clr>
        </p15:guide>
        <p15:guide id="6" pos="4008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440">
          <p15:clr>
            <a:srgbClr val="FBAE40"/>
          </p15:clr>
        </p15:guide>
        <p15:guide id="9" orient="horz" pos="552">
          <p15:clr>
            <a:srgbClr val="FBAE40"/>
          </p15:clr>
        </p15:guide>
        <p15:guide id="10" pos="5352">
          <p15:clr>
            <a:srgbClr val="FBAE40"/>
          </p15:clr>
        </p15:guide>
        <p15:guide id="11" pos="3648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B6987D-0137-DE42-B76B-FF621E808D9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309904" y="411479"/>
            <a:ext cx="5486400" cy="3291840"/>
          </a:xfrm>
          <a:prstGeom prst="rect">
            <a:avLst/>
          </a:prstGeom>
        </p:spPr>
        <p:txBody>
          <a:bodyPr lIns="0" tIns="0" rIns="0" bIns="0" anchor="b">
            <a:noAutofit/>
          </a:bodyPr>
          <a:lstStyle>
            <a:lvl1pPr algn="l">
              <a:lnSpc>
                <a:spcPct val="80000"/>
              </a:lnSpc>
              <a:defRPr sz="6000" b="1" i="0" spc="100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add title 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C26C18C3-ED25-DD4B-BA72-24932D54DE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1" y="758752"/>
            <a:ext cx="6099248" cy="6099248"/>
            <a:chOff x="0" y="12289"/>
            <a:chExt cx="3550" cy="3551"/>
          </a:xfrm>
        </p:grpSpPr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C07CC263-2515-F147-8CC5-F8E9FF9FA8E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43B40037-7481-524B-8685-404D965690F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7B759713-8408-EE47-9394-3DA6F5E4B6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69706A2-3726-FE4E-B923-E75D485978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09360" y="3950208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ext Placeholder 29">
            <a:extLst>
              <a:ext uri="{FF2B5EF4-FFF2-40B4-BE49-F238E27FC236}">
                <a16:creationId xmlns:a16="http://schemas.microsoft.com/office/drawing/2014/main" id="{276A9CD7-E675-3048-86D3-3546A2F6B45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309905" y="4549552"/>
            <a:ext cx="5486400" cy="164592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2400" b="1" i="0">
                <a:solidFill>
                  <a:schemeClr val="tx2">
                    <a:lumMod val="75000"/>
                  </a:schemeClr>
                </a:solidFill>
                <a:latin typeface="+mn-lt"/>
              </a:defRPr>
            </a:lvl1pPr>
            <a:lvl2pPr>
              <a:defRPr sz="4000"/>
            </a:lvl2pPr>
            <a:lvl3pPr>
              <a:defRPr sz="4000"/>
            </a:lvl3pPr>
            <a:lvl4pPr>
              <a:defRPr sz="4000"/>
            </a:lvl4pPr>
            <a:lvl5pPr>
              <a:defRPr sz="4000"/>
            </a:lvl5pPr>
          </a:lstStyle>
          <a:p>
            <a:pPr lvl="0"/>
            <a:r>
              <a:rPr lang="en-US" dirty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20271085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wo Content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C97D5AF2-684A-4A8D-3D82-B57D7AC446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rot="10800000">
            <a:off x="8870040" y="0"/>
            <a:ext cx="3325208" cy="3325208"/>
            <a:chOff x="0" y="12289"/>
            <a:chExt cx="3550" cy="3551"/>
          </a:xfrm>
        </p:grpSpPr>
        <p:sp>
          <p:nvSpPr>
            <p:cNvPr id="12" name="Freeform 4">
              <a:extLst>
                <a:ext uri="{FF2B5EF4-FFF2-40B4-BE49-F238E27FC236}">
                  <a16:creationId xmlns:a16="http://schemas.microsoft.com/office/drawing/2014/main" id="{8CF5F650-F8F0-F4FE-44DA-1F14ADE428B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18870924-E47D-404F-59B5-BD1C58F7B04C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4" name="Freeform 7">
              <a:extLst>
                <a:ext uri="{FF2B5EF4-FFF2-40B4-BE49-F238E27FC236}">
                  <a16:creationId xmlns:a16="http://schemas.microsoft.com/office/drawing/2014/main" id="{80806A65-E4FC-2F52-65B3-CC181E620C29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16" name="Title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278129"/>
            <a:ext cx="9778365" cy="1494596"/>
          </a:xfrm>
          <a:prstGeom prst="rect">
            <a:avLst/>
          </a:prstGeom>
        </p:spPr>
        <p:txBody>
          <a:bodyPr lIns="0" tIns="0" rIns="0" bIns="0" anchor="b" anchorCtr="0">
            <a:noAutofit/>
          </a:bodyPr>
          <a:lstStyle>
            <a:lvl1pPr>
              <a:defRPr sz="4400" b="1" i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add title </a:t>
            </a:r>
          </a:p>
        </p:txBody>
      </p:sp>
      <p:sp>
        <p:nvSpPr>
          <p:cNvPr id="2" name="Content Placeholder 5">
            <a:extLst>
              <a:ext uri="{FF2B5EF4-FFF2-40B4-BE49-F238E27FC236}">
                <a16:creationId xmlns:a16="http://schemas.microsoft.com/office/drawing/2014/main" id="{F14DA3C5-63E4-BAFB-1D68-47F71EEEE538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94360" y="2676525"/>
            <a:ext cx="4490827" cy="3597470"/>
          </a:xfrm>
        </p:spPr>
        <p:txBody>
          <a:bodyPr lIns="0" tIns="45720" rIns="0" bIns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sz="2000"/>
            </a:lvl1pPr>
            <a:lvl2pPr marL="283464" indent="-283464">
              <a:spcBef>
                <a:spcPts val="1800"/>
              </a:spcBef>
              <a:defRPr sz="2000"/>
            </a:lvl2pPr>
            <a:lvl3pPr marL="594360" indent="-283464">
              <a:spcBef>
                <a:spcPts val="1800"/>
              </a:spcBef>
              <a:defRPr sz="2000"/>
            </a:lvl3pPr>
            <a:lvl4pPr marL="822960" indent="-283464">
              <a:spcBef>
                <a:spcPts val="1800"/>
              </a:spcBef>
              <a:defRPr sz="2000"/>
            </a:lvl4pPr>
            <a:lvl5pPr marL="1005840" indent="-283464">
              <a:spcBef>
                <a:spcPts val="1800"/>
              </a:spcBef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Content Placeholder 5">
            <a:extLst>
              <a:ext uri="{FF2B5EF4-FFF2-40B4-BE49-F238E27FC236}">
                <a16:creationId xmlns:a16="http://schemas.microsoft.com/office/drawing/2014/main" id="{BD11386D-847E-8CF5-E56A-42E80A65A089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881898" y="2676525"/>
            <a:ext cx="4490827" cy="3597470"/>
          </a:xfrm>
        </p:spPr>
        <p:txBody>
          <a:bodyPr lIns="0" tIns="45720" rIns="0" bIns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sz="2000"/>
            </a:lvl1pPr>
            <a:lvl2pPr marL="283464" indent="-283464">
              <a:spcBef>
                <a:spcPts val="1800"/>
              </a:spcBef>
              <a:defRPr sz="2000"/>
            </a:lvl2pPr>
            <a:lvl3pPr marL="548640" indent="-283464">
              <a:spcBef>
                <a:spcPts val="1800"/>
              </a:spcBef>
              <a:defRPr sz="2000"/>
            </a:lvl3pPr>
            <a:lvl4pPr marL="822960" indent="-283464">
              <a:spcBef>
                <a:spcPts val="1800"/>
              </a:spcBef>
              <a:defRPr sz="2000"/>
            </a:lvl4pPr>
            <a:lvl5pPr marL="1005840" indent="-283464">
              <a:spcBef>
                <a:spcPts val="1800"/>
              </a:spcBef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>
              <a:latin typeface="+mn-lt"/>
            </a:endParaRP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endParaRPr lang="en-US" dirty="0">
              <a:latin typeface="+mn-lt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10569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42E558A9-6DD6-E21D-3A8F-6707E1DD19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362700" y="0"/>
            <a:ext cx="5829298" cy="3235602"/>
            <a:chOff x="5612972" y="1"/>
            <a:chExt cx="6615961" cy="3672246"/>
          </a:xfrm>
        </p:grpSpPr>
        <p:sp>
          <p:nvSpPr>
            <p:cNvPr id="12" name="AutoShape 24">
              <a:extLst>
                <a:ext uri="{FF2B5EF4-FFF2-40B4-BE49-F238E27FC236}">
                  <a16:creationId xmlns:a16="http://schemas.microsoft.com/office/drawing/2014/main" id="{3FC994E4-318C-1E66-B4E4-8F8FD08E098F}"/>
                </a:ext>
              </a:extLst>
            </p:cNvPr>
            <p:cNvSpPr>
              <a:spLocks/>
            </p:cNvSpPr>
            <p:nvPr/>
          </p:nvSpPr>
          <p:spPr bwMode="auto">
            <a:xfrm>
              <a:off x="5612972" y="1"/>
              <a:ext cx="4408998" cy="3672246"/>
            </a:xfrm>
            <a:custGeom>
              <a:avLst/>
              <a:gdLst>
                <a:gd name="T0" fmla="+- 0 8372 6586"/>
                <a:gd name="T1" fmla="*/ T0 w 3578"/>
                <a:gd name="T2" fmla="*/ 591 h 2980"/>
                <a:gd name="T3" fmla="+- 0 7780 6586"/>
                <a:gd name="T4" fmla="*/ T3 w 3578"/>
                <a:gd name="T5" fmla="*/ 0 h 2980"/>
                <a:gd name="T6" fmla="+- 0 6586 6586"/>
                <a:gd name="T7" fmla="*/ T6 w 3578"/>
                <a:gd name="T8" fmla="*/ 0 h 2980"/>
                <a:gd name="T9" fmla="+- 0 7774 6586"/>
                <a:gd name="T10" fmla="*/ T9 w 3578"/>
                <a:gd name="T11" fmla="*/ 1188 h 2980"/>
                <a:gd name="T12" fmla="+- 0 8372 6586"/>
                <a:gd name="T13" fmla="*/ T12 w 3578"/>
                <a:gd name="T14" fmla="*/ 591 h 2980"/>
                <a:gd name="T15" fmla="+- 0 10163 6586"/>
                <a:gd name="T16" fmla="*/ T15 w 3578"/>
                <a:gd name="T17" fmla="*/ 2383 h 2980"/>
                <a:gd name="T18" fmla="+- 0 9566 6586"/>
                <a:gd name="T19" fmla="*/ T18 w 3578"/>
                <a:gd name="T20" fmla="*/ 1786 h 2980"/>
                <a:gd name="T21" fmla="+- 0 8969 6586"/>
                <a:gd name="T22" fmla="*/ T21 w 3578"/>
                <a:gd name="T23" fmla="*/ 2383 h 2980"/>
                <a:gd name="T24" fmla="+- 0 9566 6586"/>
                <a:gd name="T25" fmla="*/ T24 w 3578"/>
                <a:gd name="T26" fmla="*/ 2980 h 2980"/>
                <a:gd name="T27" fmla="+- 0 10163 6586"/>
                <a:gd name="T28" fmla="*/ T27 w 3578"/>
                <a:gd name="T29" fmla="*/ 2383 h 2980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  <a:cxn ang="0">
                  <a:pos x="T13" y="T14"/>
                </a:cxn>
                <a:cxn ang="0">
                  <a:pos x="T16" y="T17"/>
                </a:cxn>
                <a:cxn ang="0">
                  <a:pos x="T19" y="T20"/>
                </a:cxn>
                <a:cxn ang="0">
                  <a:pos x="T22" y="T23"/>
                </a:cxn>
                <a:cxn ang="0">
                  <a:pos x="T25" y="T26"/>
                </a:cxn>
                <a:cxn ang="0">
                  <a:pos x="T28" y="T29"/>
                </a:cxn>
              </a:cxnLst>
              <a:rect l="0" t="0" r="r" b="b"/>
              <a:pathLst>
                <a:path w="3578" h="2980">
                  <a:moveTo>
                    <a:pt x="1786" y="591"/>
                  </a:moveTo>
                  <a:lnTo>
                    <a:pt x="1194" y="0"/>
                  </a:lnTo>
                  <a:lnTo>
                    <a:pt x="0" y="0"/>
                  </a:lnTo>
                  <a:lnTo>
                    <a:pt x="1188" y="1188"/>
                  </a:lnTo>
                  <a:lnTo>
                    <a:pt x="1786" y="591"/>
                  </a:lnTo>
                  <a:moveTo>
                    <a:pt x="3577" y="2383"/>
                  </a:moveTo>
                  <a:lnTo>
                    <a:pt x="2980" y="1786"/>
                  </a:lnTo>
                  <a:lnTo>
                    <a:pt x="2383" y="2383"/>
                  </a:lnTo>
                  <a:lnTo>
                    <a:pt x="2980" y="2980"/>
                  </a:lnTo>
                  <a:lnTo>
                    <a:pt x="3577" y="2383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3" name="Freeform 7">
              <a:extLst>
                <a:ext uri="{FF2B5EF4-FFF2-40B4-BE49-F238E27FC236}">
                  <a16:creationId xmlns:a16="http://schemas.microsoft.com/office/drawing/2014/main" id="{17C00E6B-F625-6D6C-8364-9DD9F3C3628F}"/>
                </a:ext>
              </a:extLst>
            </p:cNvPr>
            <p:cNvSpPr>
              <a:spLocks/>
            </p:cNvSpPr>
            <p:nvPr/>
          </p:nvSpPr>
          <p:spPr bwMode="auto">
            <a:xfrm>
              <a:off x="6341233" y="1463970"/>
              <a:ext cx="2208196" cy="2208277"/>
            </a:xfrm>
            <a:custGeom>
              <a:avLst/>
              <a:gdLst>
                <a:gd name="T0" fmla="+- 0 7774 7177"/>
                <a:gd name="T1" fmla="*/ T0 w 1792"/>
                <a:gd name="T2" fmla="+- 0 1188 1188"/>
                <a:gd name="T3" fmla="*/ 1188 h 1792"/>
                <a:gd name="T4" fmla="+- 0 7177 7177"/>
                <a:gd name="T5" fmla="*/ T4 w 1792"/>
                <a:gd name="T6" fmla="+- 0 1786 1188"/>
                <a:gd name="T7" fmla="*/ 1786 h 1792"/>
                <a:gd name="T8" fmla="+- 0 8372 7177"/>
                <a:gd name="T9" fmla="*/ T8 w 1792"/>
                <a:gd name="T10" fmla="+- 0 2980 1188"/>
                <a:gd name="T11" fmla="*/ 2980 h 1792"/>
                <a:gd name="T12" fmla="+- 0 8969 7177"/>
                <a:gd name="T13" fmla="*/ T12 w 1792"/>
                <a:gd name="T14" fmla="+- 0 2383 1188"/>
                <a:gd name="T15" fmla="*/ 2383 h 1792"/>
                <a:gd name="T16" fmla="+- 0 7774 7177"/>
                <a:gd name="T17" fmla="*/ T16 w 1792"/>
                <a:gd name="T18" fmla="+- 0 1188 1188"/>
                <a:gd name="T19" fmla="*/ 1188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7" y="0"/>
                  </a:moveTo>
                  <a:lnTo>
                    <a:pt x="0" y="598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4" name="Freeform 8">
              <a:extLst>
                <a:ext uri="{FF2B5EF4-FFF2-40B4-BE49-F238E27FC236}">
                  <a16:creationId xmlns:a16="http://schemas.microsoft.com/office/drawing/2014/main" id="{C6197B87-4F65-7981-9463-84830CD3687F}"/>
                </a:ext>
              </a:extLst>
            </p:cNvPr>
            <p:cNvSpPr>
              <a:spLocks/>
            </p:cNvSpPr>
            <p:nvPr/>
          </p:nvSpPr>
          <p:spPr bwMode="auto">
            <a:xfrm>
              <a:off x="8555590" y="1"/>
              <a:ext cx="1457754" cy="729520"/>
            </a:xfrm>
            <a:custGeom>
              <a:avLst/>
              <a:gdLst>
                <a:gd name="T0" fmla="+- 0 10158 8975"/>
                <a:gd name="T1" fmla="*/ T0 w 1183"/>
                <a:gd name="T2" fmla="*/ 0 h 592"/>
                <a:gd name="T3" fmla="+- 0 8975 8975"/>
                <a:gd name="T4" fmla="*/ T3 w 1183"/>
                <a:gd name="T5" fmla="*/ 0 h 592"/>
                <a:gd name="T6" fmla="+- 0 9566 8975"/>
                <a:gd name="T7" fmla="*/ T6 w 1183"/>
                <a:gd name="T8" fmla="*/ 591 h 592"/>
                <a:gd name="T9" fmla="+- 0 10158 8975"/>
                <a:gd name="T10" fmla="*/ T9 w 1183"/>
                <a:gd name="T11" fmla="*/ 0 h 592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</a:cxnLst>
              <a:rect l="0" t="0" r="r" b="b"/>
              <a:pathLst>
                <a:path w="1183" h="592">
                  <a:moveTo>
                    <a:pt x="1183" y="0"/>
                  </a:moveTo>
                  <a:lnTo>
                    <a:pt x="0" y="0"/>
                  </a:lnTo>
                  <a:lnTo>
                    <a:pt x="591" y="591"/>
                  </a:lnTo>
                  <a:lnTo>
                    <a:pt x="118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8" name="Freeform 9">
              <a:extLst>
                <a:ext uri="{FF2B5EF4-FFF2-40B4-BE49-F238E27FC236}">
                  <a16:creationId xmlns:a16="http://schemas.microsoft.com/office/drawing/2014/main" id="{86AA517C-7217-D864-B7E7-40984A2880DB}"/>
                </a:ext>
              </a:extLst>
            </p:cNvPr>
            <p:cNvSpPr>
              <a:spLocks/>
            </p:cNvSpPr>
            <p:nvPr/>
          </p:nvSpPr>
          <p:spPr bwMode="auto">
            <a:xfrm>
              <a:off x="7076887" y="728289"/>
              <a:ext cx="2208196" cy="2208277"/>
            </a:xfrm>
            <a:custGeom>
              <a:avLst/>
              <a:gdLst>
                <a:gd name="T0" fmla="+- 0 8372 7774"/>
                <a:gd name="T1" fmla="*/ T0 w 1792"/>
                <a:gd name="T2" fmla="+- 0 591 591"/>
                <a:gd name="T3" fmla="*/ 591 h 1792"/>
                <a:gd name="T4" fmla="+- 0 7774 7774"/>
                <a:gd name="T5" fmla="*/ T4 w 1792"/>
                <a:gd name="T6" fmla="+- 0 1188 591"/>
                <a:gd name="T7" fmla="*/ 1188 h 1792"/>
                <a:gd name="T8" fmla="+- 0 8969 7774"/>
                <a:gd name="T9" fmla="*/ T8 w 1792"/>
                <a:gd name="T10" fmla="+- 0 2383 591"/>
                <a:gd name="T11" fmla="*/ 2383 h 1792"/>
                <a:gd name="T12" fmla="+- 0 9566 7774"/>
                <a:gd name="T13" fmla="*/ T12 w 1792"/>
                <a:gd name="T14" fmla="+- 0 1786 591"/>
                <a:gd name="T15" fmla="*/ 1786 h 1792"/>
                <a:gd name="T16" fmla="+- 0 8372 7774"/>
                <a:gd name="T17" fmla="*/ T16 w 1792"/>
                <a:gd name="T18" fmla="+- 0 591 591"/>
                <a:gd name="T19" fmla="*/ 591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8" y="0"/>
                  </a:moveTo>
                  <a:lnTo>
                    <a:pt x="0" y="597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8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9" name="Freeform 10">
              <a:extLst>
                <a:ext uri="{FF2B5EF4-FFF2-40B4-BE49-F238E27FC236}">
                  <a16:creationId xmlns:a16="http://schemas.microsoft.com/office/drawing/2014/main" id="{524013C6-491C-CAA2-5BD6-7C73596711CC}"/>
                </a:ext>
              </a:extLst>
            </p:cNvPr>
            <p:cNvSpPr>
              <a:spLocks/>
            </p:cNvSpPr>
            <p:nvPr/>
          </p:nvSpPr>
          <p:spPr bwMode="auto">
            <a:xfrm>
              <a:off x="9285083" y="728289"/>
              <a:ext cx="2943850" cy="2943958"/>
            </a:xfrm>
            <a:custGeom>
              <a:avLst/>
              <a:gdLst>
                <a:gd name="T0" fmla="+- 0 11955 9566"/>
                <a:gd name="T1" fmla="*/ T0 w 2389"/>
                <a:gd name="T2" fmla="+- 0 1786 591"/>
                <a:gd name="T3" fmla="*/ 1786 h 2389"/>
                <a:gd name="T4" fmla="+- 0 10760 9566"/>
                <a:gd name="T5" fmla="*/ T4 w 2389"/>
                <a:gd name="T6" fmla="+- 0 591 591"/>
                <a:gd name="T7" fmla="*/ 591 h 2389"/>
                <a:gd name="T8" fmla="+- 0 9566 9566"/>
                <a:gd name="T9" fmla="*/ T8 w 2389"/>
                <a:gd name="T10" fmla="+- 0 1786 591"/>
                <a:gd name="T11" fmla="*/ 1786 h 2389"/>
                <a:gd name="T12" fmla="+- 0 10760 9566"/>
                <a:gd name="T13" fmla="*/ T12 w 2389"/>
                <a:gd name="T14" fmla="+- 0 2980 591"/>
                <a:gd name="T15" fmla="*/ 2980 h 2389"/>
                <a:gd name="T16" fmla="+- 0 11955 9566"/>
                <a:gd name="T17" fmla="*/ T16 w 2389"/>
                <a:gd name="T18" fmla="+- 0 1786 591"/>
                <a:gd name="T19" fmla="*/ 1786 h 2389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2389" h="2389">
                  <a:moveTo>
                    <a:pt x="2389" y="1195"/>
                  </a:moveTo>
                  <a:lnTo>
                    <a:pt x="1194" y="0"/>
                  </a:lnTo>
                  <a:lnTo>
                    <a:pt x="0" y="1195"/>
                  </a:lnTo>
                  <a:lnTo>
                    <a:pt x="1194" y="2389"/>
                  </a:lnTo>
                  <a:lnTo>
                    <a:pt x="2389" y="1195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16" name="Title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18885" y="3499667"/>
            <a:ext cx="4939666" cy="2542810"/>
          </a:xfrm>
          <a:prstGeom prst="rect">
            <a:avLst/>
          </a:prstGeom>
        </p:spPr>
        <p:txBody>
          <a:bodyPr lIns="0" tIns="0" rIns="0" bIns="0" anchor="b" anchorCtr="0">
            <a:noAutofit/>
          </a:bodyPr>
          <a:lstStyle>
            <a:lvl1pPr>
              <a:defRPr sz="4400" b="1" i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add title 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47460" y="631317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Content Placeholder 5">
            <a:extLst>
              <a:ext uri="{FF2B5EF4-FFF2-40B4-BE49-F238E27FC236}">
                <a16:creationId xmlns:a16="http://schemas.microsoft.com/office/drawing/2014/main" id="{8007FA9C-C4D5-89EC-C457-5F329A338E1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03885" y="457201"/>
            <a:ext cx="5198269" cy="2305050"/>
          </a:xfrm>
        </p:spPr>
        <p:txBody>
          <a:bodyPr lIns="0" tIns="274320">
            <a:normAutofit/>
          </a:bodyPr>
          <a:lstStyle>
            <a:lvl1pPr marL="457200" indent="-457200">
              <a:spcBef>
                <a:spcPts val="1800"/>
              </a:spcBef>
              <a:buFont typeface="+mj-lt"/>
              <a:buAutoNum type="arabicPeriod"/>
              <a:defRPr sz="2000"/>
            </a:lvl1pPr>
            <a:lvl2pPr marL="914400" indent="-457200">
              <a:spcBef>
                <a:spcPts val="1800"/>
              </a:spcBef>
              <a:buFont typeface="+mj-lt"/>
              <a:buAutoNum type="alphaLcPeriod"/>
              <a:defRPr sz="2000"/>
            </a:lvl2pPr>
            <a:lvl3pPr marL="1371600" indent="-457200">
              <a:spcBef>
                <a:spcPts val="1800"/>
              </a:spcBef>
              <a:buFont typeface="+mj-lt"/>
              <a:buAutoNum type="arabicParenR"/>
              <a:defRPr sz="2000"/>
            </a:lvl3pPr>
            <a:lvl4pPr marL="1371600" indent="0">
              <a:spcBef>
                <a:spcPts val="1800"/>
              </a:spcBef>
              <a:buFont typeface="+mj-lt"/>
              <a:buNone/>
              <a:defRPr sz="2000"/>
            </a:lvl4pPr>
            <a:lvl5pPr marL="2286000" indent="-457200">
              <a:spcBef>
                <a:spcPts val="1800"/>
              </a:spcBef>
              <a:buFont typeface="+mj-lt"/>
              <a:buAutoNum type="arabicPeriod"/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endParaRPr lang="en-US" dirty="0"/>
          </a:p>
        </p:txBody>
      </p:sp>
      <p:sp>
        <p:nvSpPr>
          <p:cNvPr id="2" name="Content Placeholder 5">
            <a:extLst>
              <a:ext uri="{FF2B5EF4-FFF2-40B4-BE49-F238E27FC236}">
                <a16:creationId xmlns:a16="http://schemas.microsoft.com/office/drawing/2014/main" id="{3AC171DA-232D-44C1-6B93-40BACB298F4B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94360" y="2810595"/>
            <a:ext cx="5198269" cy="3319513"/>
          </a:xfrm>
        </p:spPr>
        <p:txBody>
          <a:bodyPr lIns="0" tIns="45720" rIns="0" bIns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sz="2000"/>
            </a:lvl1pPr>
            <a:lvl2pPr marL="283464" indent="-283464">
              <a:spcBef>
                <a:spcPts val="1800"/>
              </a:spcBef>
              <a:defRPr sz="2000"/>
            </a:lvl2pPr>
            <a:lvl3pPr marL="548640" indent="-283464">
              <a:spcBef>
                <a:spcPts val="1800"/>
              </a:spcBef>
              <a:defRPr sz="2000"/>
            </a:lvl3pPr>
            <a:lvl4pPr marL="822960" indent="-283464">
              <a:spcBef>
                <a:spcPts val="1800"/>
              </a:spcBef>
              <a:defRPr sz="2000"/>
            </a:lvl4pPr>
            <a:lvl5pPr marL="1005840" indent="-283464">
              <a:spcBef>
                <a:spcPts val="1800"/>
              </a:spcBef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>
              <a:latin typeface="+mn-lt"/>
            </a:endParaRP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5546068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Content and Pictur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5310" y="278129"/>
            <a:ext cx="5063490" cy="2354026"/>
          </a:xfrm>
          <a:prstGeom prst="rect">
            <a:avLst/>
          </a:prstGeom>
        </p:spPr>
        <p:txBody>
          <a:bodyPr lIns="0" tIns="0" rIns="0" bIns="0" anchor="b" anchorCtr="0">
            <a:noAutofit/>
          </a:bodyPr>
          <a:lstStyle>
            <a:lvl1pPr>
              <a:defRPr sz="4400" b="1" i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add title </a:t>
            </a:r>
          </a:p>
        </p:txBody>
      </p:sp>
      <p:sp>
        <p:nvSpPr>
          <p:cNvPr id="3" name="Content Placeholder 5">
            <a:extLst>
              <a:ext uri="{FF2B5EF4-FFF2-40B4-BE49-F238E27FC236}">
                <a16:creationId xmlns:a16="http://schemas.microsoft.com/office/drawing/2014/main" id="{1EF4505D-6803-3813-7738-049963427819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4360" y="3279579"/>
            <a:ext cx="5044440" cy="2994415"/>
          </a:xfrm>
        </p:spPr>
        <p:txBody>
          <a:bodyPr lIns="0" tIns="228600" rIns="0" bIns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sz="2000"/>
            </a:lvl1pPr>
            <a:lvl2pPr indent="-283464">
              <a:spcBef>
                <a:spcPts val="1800"/>
              </a:spcBef>
              <a:defRPr sz="2000"/>
            </a:lvl2pPr>
            <a:lvl3pPr indent="-283464">
              <a:spcBef>
                <a:spcPts val="1800"/>
              </a:spcBef>
              <a:defRPr sz="2000"/>
            </a:lvl3pPr>
            <a:lvl4pPr indent="-283464">
              <a:spcBef>
                <a:spcPts val="1800"/>
              </a:spcBef>
              <a:defRPr sz="2000"/>
            </a:lvl4pPr>
            <a:lvl5pPr indent="-283464">
              <a:spcBef>
                <a:spcPts val="1800"/>
              </a:spcBef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997459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4658637A-5D36-6127-19BC-C203E23FA49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096000" y="0"/>
            <a:ext cx="6118225" cy="685800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>
              <a:latin typeface="+mn-lt"/>
            </a:endParaRP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4293197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Content and Tabl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CF555767-B3D8-BD57-1D42-7F6E1E6689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9" name="Freeform 13">
              <a:extLst>
                <a:ext uri="{FF2B5EF4-FFF2-40B4-BE49-F238E27FC236}">
                  <a16:creationId xmlns:a16="http://schemas.microsoft.com/office/drawing/2014/main" id="{BC972B6D-098C-52F6-E990-52623B368FB1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3F0D3EE3-9A8C-531D-1EEE-1AFAB9F3BCAE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7" name="Freeform 15">
              <a:extLst>
                <a:ext uri="{FF2B5EF4-FFF2-40B4-BE49-F238E27FC236}">
                  <a16:creationId xmlns:a16="http://schemas.microsoft.com/office/drawing/2014/main" id="{A2BE192C-1768-890B-EC1B-5ED6E1F82590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16" name="Title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61409" y="4661717"/>
            <a:ext cx="7936230" cy="1380760"/>
          </a:xfrm>
          <a:prstGeom prst="rect">
            <a:avLst/>
          </a:prstGeom>
        </p:spPr>
        <p:txBody>
          <a:bodyPr lIns="0" tIns="0" rIns="0" bIns="0" anchor="b" anchorCtr="0">
            <a:noAutofit/>
          </a:bodyPr>
          <a:lstStyle>
            <a:lvl1pPr>
              <a:defRPr sz="4400" b="1" i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add title 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670935" y="631317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Content Placeholder 5">
            <a:extLst>
              <a:ext uri="{FF2B5EF4-FFF2-40B4-BE49-F238E27FC236}">
                <a16:creationId xmlns:a16="http://schemas.microsoft.com/office/drawing/2014/main" id="{8007FA9C-C4D5-89EC-C457-5F329A338E1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03885" y="584005"/>
            <a:ext cx="2825115" cy="3999060"/>
          </a:xfrm>
        </p:spPr>
        <p:txBody>
          <a:bodyPr lIns="0" tIns="27432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sz="2000"/>
            </a:lvl1pPr>
            <a:lvl2pPr marL="457200" indent="0">
              <a:spcBef>
                <a:spcPts val="1800"/>
              </a:spcBef>
              <a:buNone/>
              <a:defRPr sz="2000"/>
            </a:lvl2pPr>
            <a:lvl3pPr marL="914400" indent="0">
              <a:spcBef>
                <a:spcPts val="1800"/>
              </a:spcBef>
              <a:buNone/>
              <a:defRPr sz="2000"/>
            </a:lvl3pPr>
            <a:lvl4pPr marL="1371600" indent="0">
              <a:spcBef>
                <a:spcPts val="1800"/>
              </a:spcBef>
              <a:buNone/>
              <a:defRPr sz="2000"/>
            </a:lvl4pPr>
            <a:lvl5pPr marL="1828800" indent="0">
              <a:spcBef>
                <a:spcPts val="1800"/>
              </a:spcBef>
              <a:buNone/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BCAAA28-C292-C527-AD35-90836B8BB97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670934" y="584005"/>
            <a:ext cx="7926705" cy="3999060"/>
          </a:xfrm>
        </p:spPr>
        <p:txBody>
          <a:bodyPr lIns="0">
            <a:normAutofit/>
          </a:bodyPr>
          <a:lstStyle>
            <a:lvl1pPr marL="0" indent="0">
              <a:spcBef>
                <a:spcPts val="1800"/>
              </a:spcBef>
              <a:buNone/>
              <a:defRPr sz="2000"/>
            </a:lvl1pPr>
            <a:lvl2pPr>
              <a:spcBef>
                <a:spcPts val="600"/>
              </a:spcBef>
              <a:defRPr sz="2000"/>
            </a:lvl2pPr>
            <a:lvl3pPr>
              <a:spcBef>
                <a:spcPts val="1800"/>
              </a:spcBef>
              <a:defRPr sz="2000"/>
            </a:lvl3pPr>
            <a:lvl4pPr>
              <a:spcBef>
                <a:spcPts val="1800"/>
              </a:spcBef>
              <a:defRPr sz="2000"/>
            </a:lvl4pPr>
            <a:lvl5pPr>
              <a:spcBef>
                <a:spcPts val="1800"/>
              </a:spcBef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>
              <a:latin typeface="+mn-lt"/>
            </a:endParaRP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2443291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wo Conten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C97D5AF2-684A-4A8D-3D82-B57D7AC446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rot="10800000">
            <a:off x="8870040" y="0"/>
            <a:ext cx="3325208" cy="3325208"/>
            <a:chOff x="0" y="12289"/>
            <a:chExt cx="3550" cy="3551"/>
          </a:xfrm>
        </p:grpSpPr>
        <p:sp>
          <p:nvSpPr>
            <p:cNvPr id="12" name="Freeform 4">
              <a:extLst>
                <a:ext uri="{FF2B5EF4-FFF2-40B4-BE49-F238E27FC236}">
                  <a16:creationId xmlns:a16="http://schemas.microsoft.com/office/drawing/2014/main" id="{8CF5F650-F8F0-F4FE-44DA-1F14ADE428B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18870924-E47D-404F-59B5-BD1C58F7B04C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4" name="Freeform 7">
              <a:extLst>
                <a:ext uri="{FF2B5EF4-FFF2-40B4-BE49-F238E27FC236}">
                  <a16:creationId xmlns:a16="http://schemas.microsoft.com/office/drawing/2014/main" id="{80806A65-E4FC-2F52-65B3-CC181E620C29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16" name="Title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198408"/>
            <a:ext cx="10972800" cy="1574317"/>
          </a:xfrm>
          <a:prstGeom prst="rect">
            <a:avLst/>
          </a:prstGeom>
        </p:spPr>
        <p:txBody>
          <a:bodyPr lIns="0" tIns="0" rIns="0" bIns="0" anchor="b" anchorCtr="0">
            <a:noAutofit/>
          </a:bodyPr>
          <a:lstStyle>
            <a:lvl1pPr>
              <a:defRPr sz="4400" b="1" i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add title 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BCAAA28-C292-C527-AD35-90836B8BB97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95523" y="2676525"/>
            <a:ext cx="5746750" cy="3597470"/>
          </a:xfrm>
        </p:spPr>
        <p:txBody>
          <a:bodyPr lIns="0">
            <a:normAutofit/>
          </a:bodyPr>
          <a:lstStyle>
            <a:lvl1pPr marL="0" indent="0">
              <a:spcBef>
                <a:spcPts val="1800"/>
              </a:spcBef>
              <a:buNone/>
              <a:defRPr sz="2000"/>
            </a:lvl1pPr>
            <a:lvl2pPr>
              <a:spcBef>
                <a:spcPts val="600"/>
              </a:spcBef>
              <a:defRPr sz="2000"/>
            </a:lvl2pPr>
            <a:lvl3pPr>
              <a:spcBef>
                <a:spcPts val="1800"/>
              </a:spcBef>
              <a:defRPr sz="2000"/>
            </a:lvl3pPr>
            <a:lvl4pPr>
              <a:spcBef>
                <a:spcPts val="1800"/>
              </a:spcBef>
              <a:defRPr sz="2000"/>
            </a:lvl4pPr>
            <a:lvl5pPr>
              <a:spcBef>
                <a:spcPts val="1800"/>
              </a:spcBef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Content Placeholder 5">
            <a:extLst>
              <a:ext uri="{FF2B5EF4-FFF2-40B4-BE49-F238E27FC236}">
                <a16:creationId xmlns:a16="http://schemas.microsoft.com/office/drawing/2014/main" id="{8007FA9C-C4D5-89EC-C457-5F329A338E1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7620000" y="2676525"/>
            <a:ext cx="3947160" cy="3597470"/>
          </a:xfrm>
        </p:spPr>
        <p:txBody>
          <a:bodyPr lIns="0">
            <a:normAutofit/>
          </a:bodyPr>
          <a:lstStyle>
            <a:lvl1pPr marL="342900" indent="-342900">
              <a:spcBef>
                <a:spcPts val="1800"/>
              </a:spcBef>
              <a:buFont typeface="Arial" panose="020B0604020202020204" pitchFamily="34" charset="0"/>
              <a:buChar char="•"/>
              <a:defRPr sz="2000"/>
            </a:lvl1pPr>
            <a:lvl2pPr>
              <a:spcBef>
                <a:spcPts val="1800"/>
              </a:spcBef>
              <a:defRPr sz="2000"/>
            </a:lvl2pPr>
            <a:lvl3pPr>
              <a:spcBef>
                <a:spcPts val="1800"/>
              </a:spcBef>
              <a:defRPr sz="2000"/>
            </a:lvl3pPr>
            <a:lvl4pPr>
              <a:spcBef>
                <a:spcPts val="1800"/>
              </a:spcBef>
              <a:defRPr sz="2000"/>
            </a:lvl4pPr>
            <a:lvl5pPr>
              <a:spcBef>
                <a:spcPts val="1800"/>
              </a:spcBef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endParaRPr lang="en-US" dirty="0">
              <a:latin typeface="+mn-lt"/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6497447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202400"/>
            <a:ext cx="10972800" cy="1570325"/>
          </a:xfrm>
          <a:prstGeom prst="rect">
            <a:avLst/>
          </a:prstGeom>
        </p:spPr>
        <p:txBody>
          <a:bodyPr lIns="0" tIns="0" rIns="0" bIns="0" anchor="b" anchorCtr="0">
            <a:noAutofit/>
          </a:bodyPr>
          <a:lstStyle>
            <a:lvl1pPr>
              <a:defRPr sz="4400" b="1" i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add title </a:t>
            </a:r>
          </a:p>
        </p:txBody>
      </p:sp>
      <p:sp>
        <p:nvSpPr>
          <p:cNvPr id="9" name="Table Placeholder 2">
            <a:extLst>
              <a:ext uri="{FF2B5EF4-FFF2-40B4-BE49-F238E27FC236}">
                <a16:creationId xmlns:a16="http://schemas.microsoft.com/office/drawing/2014/main" id="{1506B022-475A-6647-98FF-D5C319A0C7C4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94360" y="2628629"/>
            <a:ext cx="10972800" cy="3636740"/>
          </a:xfrm>
        </p:spPr>
        <p:txBody>
          <a:bodyPr>
            <a:noAutofit/>
          </a:bodyPr>
          <a:lstStyle>
            <a:lvl1pPr>
              <a:defRPr/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>
              <a:latin typeface="+mn-lt"/>
            </a:endParaRP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endParaRPr lang="en-US" dirty="0">
              <a:latin typeface="+mn-lt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04109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B6987D-0137-DE42-B76B-FF621E808D9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94360" y="411479"/>
            <a:ext cx="5486400" cy="3291840"/>
          </a:xfrm>
          <a:prstGeom prst="rect">
            <a:avLst/>
          </a:prstGeom>
        </p:spPr>
        <p:txBody>
          <a:bodyPr lIns="0" tIns="0" rIns="0" bIns="0" anchor="b">
            <a:noAutofit/>
          </a:bodyPr>
          <a:lstStyle>
            <a:lvl1pPr algn="l">
              <a:lnSpc>
                <a:spcPct val="80000"/>
              </a:lnSpc>
              <a:defRPr sz="6000" b="1" i="0" spc="100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add title 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C26C18C3-ED25-DD4B-BA72-24932D54DE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flipH="1" flipV="1">
            <a:off x="6092752" y="0"/>
            <a:ext cx="6099248" cy="6099248"/>
            <a:chOff x="0" y="12289"/>
            <a:chExt cx="3550" cy="3551"/>
          </a:xfrm>
        </p:grpSpPr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C07CC263-2515-F147-8CC5-F8E9FF9FA8E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43B40037-7481-524B-8685-404D965690F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7B759713-8408-EE47-9394-3DA6F5E4B6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18" name="Text Placeholder 29">
            <a:extLst>
              <a:ext uri="{FF2B5EF4-FFF2-40B4-BE49-F238E27FC236}">
                <a16:creationId xmlns:a16="http://schemas.microsoft.com/office/drawing/2014/main" id="{276A9CD7-E675-3048-86D3-3546A2F6B45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94360" y="4549552"/>
            <a:ext cx="5486400" cy="164592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2400" b="1" i="0">
                <a:solidFill>
                  <a:schemeClr val="tx2">
                    <a:lumMod val="75000"/>
                  </a:schemeClr>
                </a:solidFill>
                <a:latin typeface="+mn-lt"/>
              </a:defRPr>
            </a:lvl1pPr>
            <a:lvl2pPr>
              <a:defRPr sz="4000"/>
            </a:lvl2pPr>
            <a:lvl3pPr>
              <a:defRPr sz="4000"/>
            </a:lvl3pPr>
            <a:lvl4pPr>
              <a:defRPr sz="4000"/>
            </a:lvl4pPr>
            <a:lvl5pPr>
              <a:defRPr sz="4000"/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58B149C6-5AAC-B8E5-5411-EA38821F67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3950208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92738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ED84C6-50E6-6C43-8031-AFF6268E0C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4360" y="1825625"/>
            <a:ext cx="1038225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itle Placeholder 11">
            <a:extLst>
              <a:ext uri="{FF2B5EF4-FFF2-40B4-BE49-F238E27FC236}">
                <a16:creationId xmlns:a16="http://schemas.microsoft.com/office/drawing/2014/main" id="{D41FC0AE-253D-D242-9C88-017078F8A2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365125"/>
            <a:ext cx="104013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0" name="Date Placeholder 3">
            <a:extLst>
              <a:ext uri="{FF2B5EF4-FFF2-40B4-BE49-F238E27FC236}">
                <a16:creationId xmlns:a16="http://schemas.microsoft.com/office/drawing/2014/main" id="{EF47083A-6D76-4B4D-87CA-E08E212F781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133648" y="6332220"/>
            <a:ext cx="1313180" cy="247651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100" b="0" i="0">
                <a:solidFill>
                  <a:schemeClr val="bg1"/>
                </a:solidFill>
                <a:latin typeface="+mn-lt"/>
              </a:defRPr>
            </a:lvl1pPr>
          </a:lstStyle>
          <a:p>
            <a:endParaRPr lang="en-US" dirty="0">
              <a:latin typeface="+mn-lt"/>
            </a:endParaRPr>
          </a:p>
        </p:txBody>
      </p:sp>
      <p:sp>
        <p:nvSpPr>
          <p:cNvPr id="32" name="Slide Number Placeholder 5">
            <a:extLst>
              <a:ext uri="{FF2B5EF4-FFF2-40B4-BE49-F238E27FC236}">
                <a16:creationId xmlns:a16="http://schemas.microsoft.com/office/drawing/2014/main" id="{C8ADA0DF-3751-9A48-8A21-59F01C782D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94360" y="6332220"/>
            <a:ext cx="523240" cy="247651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100" b="1" i="0">
                <a:solidFill>
                  <a:schemeClr val="bg1"/>
                </a:solidFill>
                <a:latin typeface="+mn-lt"/>
              </a:defRPr>
            </a:lvl1pPr>
          </a:lstStyle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589224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11" r:id="rId1"/>
    <p:sldLayoutId id="2147483698" r:id="rId2"/>
    <p:sldLayoutId id="2147483710" r:id="rId3"/>
    <p:sldLayoutId id="2147483700" r:id="rId4"/>
    <p:sldLayoutId id="2147483701" r:id="rId5"/>
    <p:sldLayoutId id="2147483659" r:id="rId6"/>
    <p:sldLayoutId id="2147483709" r:id="rId7"/>
    <p:sldLayoutId id="2147483708" r:id="rId8"/>
    <p:sldLayoutId id="2147483707" r:id="rId9"/>
    <p:sldLayoutId id="2147483706" r:id="rId10"/>
    <p:sldLayoutId id="2147483705" r:id="rId11"/>
    <p:sldLayoutId id="2147483704" r:id="rId12"/>
    <p:sldLayoutId id="2147483703" r:id="rId13"/>
  </p:sldLayoutIdLst>
  <p:hf sldNum="0"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4400" b="1" i="0" kern="1200" spc="100" baseline="0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28600" indent="-283464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b="0" i="0" kern="1200">
          <a:solidFill>
            <a:schemeClr val="bg1"/>
          </a:solidFill>
          <a:latin typeface="+mn-lt"/>
          <a:ea typeface="+mn-ea"/>
          <a:cs typeface="+mn-cs"/>
        </a:defRPr>
      </a:lvl1pPr>
      <a:lvl2pPr marL="685800" indent="-283464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b="0" i="0" kern="1200">
          <a:solidFill>
            <a:schemeClr val="bg1"/>
          </a:solidFill>
          <a:latin typeface="+mn-lt"/>
          <a:ea typeface="+mn-ea"/>
          <a:cs typeface="+mn-cs"/>
        </a:defRPr>
      </a:lvl2pPr>
      <a:lvl3pPr marL="1143000" indent="-283464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chemeClr val="bg1"/>
          </a:solidFill>
          <a:latin typeface="+mn-lt"/>
          <a:ea typeface="+mn-ea"/>
          <a:cs typeface="+mn-cs"/>
        </a:defRPr>
      </a:lvl3pPr>
      <a:lvl4pPr marL="1600200" indent="-283464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bg1"/>
          </a:solidFill>
          <a:latin typeface="+mn-lt"/>
          <a:ea typeface="+mn-ea"/>
          <a:cs typeface="+mn-cs"/>
        </a:defRPr>
      </a:lvl4pPr>
      <a:lvl5pPr marL="2057400" indent="-283464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  <p15:guide id="3" pos="240">
          <p15:clr>
            <a:srgbClr val="547EBF"/>
          </p15:clr>
        </p15:guide>
        <p15:guide id="4" orient="horz" pos="240">
          <p15:clr>
            <a:srgbClr val="547EBF"/>
          </p15:clr>
        </p15:guide>
        <p15:guide id="5" pos="7440">
          <p15:clr>
            <a:srgbClr val="547EBF"/>
          </p15:clr>
        </p15:guide>
        <p15:guide id="6" orient="horz" pos="4080">
          <p15:clr>
            <a:srgbClr val="547EBF"/>
          </p15:clr>
        </p15:guide>
        <p15:guide id="7" pos="600" userDrawn="1">
          <p15:clr>
            <a:srgbClr val="547EBF"/>
          </p15:clr>
        </p15:guide>
        <p15:guide id="8" pos="3720">
          <p15:clr>
            <a:srgbClr val="547EBF"/>
          </p15:clr>
        </p15:guide>
        <p15:guide id="9" pos="2112">
          <p15:clr>
            <a:srgbClr val="547EBF"/>
          </p15:clr>
        </p15:guide>
        <p15:guide id="10" pos="1848">
          <p15:clr>
            <a:srgbClr val="547EBF"/>
          </p15:clr>
        </p15:guide>
        <p15:guide id="11" pos="5568">
          <p15:clr>
            <a:srgbClr val="547EBF"/>
          </p15:clr>
        </p15:guide>
        <p15:guide id="12" pos="5832">
          <p15:clr>
            <a:srgbClr val="547EBF"/>
          </p15:clr>
        </p15:guide>
        <p15:guide id="13" pos="4968">
          <p15:clr>
            <a:srgbClr val="9FCC3B"/>
          </p15:clr>
        </p15:guide>
        <p15:guide id="14" pos="5208">
          <p15:clr>
            <a:srgbClr val="9FCC3B"/>
          </p15:clr>
        </p15:guide>
        <p15:guide id="15" pos="2712">
          <p15:clr>
            <a:srgbClr val="9FCC3B"/>
          </p15:clr>
        </p15:guide>
        <p15:guide id="16" pos="2472">
          <p15:clr>
            <a:srgbClr val="9FCC3B"/>
          </p15:clr>
        </p15:guide>
        <p15:guide id="17" pos="39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ohamTheG/EventZen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B1D9D6-2977-ABCD-FDF8-51AFA5064E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09904" y="411479"/>
            <a:ext cx="5486400" cy="3291840"/>
          </a:xfrm>
        </p:spPr>
        <p:txBody>
          <a:bodyPr/>
          <a:lstStyle/>
          <a:p>
            <a:r>
              <a:rPr lang="en-US" dirty="0"/>
              <a:t>EventZen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47B9D15B-4925-DB3A-B0CE-A82166C49E0F}"/>
              </a:ext>
            </a:extLst>
          </p:cNvPr>
          <p:cNvSpPr txBox="1">
            <a:spLocks/>
          </p:cNvSpPr>
          <p:nvPr/>
        </p:nvSpPr>
        <p:spPr>
          <a:xfrm>
            <a:off x="6309904" y="1630867"/>
            <a:ext cx="5486400" cy="3291840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6000" b="1" i="0" kern="1200" spc="1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sz="3200" b="0" i="1" dirty="0">
                <a:solidFill>
                  <a:schemeClr val="tx1">
                    <a:lumMod val="65000"/>
                  </a:schemeClr>
                </a:solidFill>
              </a:rPr>
              <a:t>A Modern Event booking platform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C91359D-A5FA-7D6E-5515-3D900FFD166C}"/>
              </a:ext>
            </a:extLst>
          </p:cNvPr>
          <p:cNvSpPr txBox="1"/>
          <p:nvPr/>
        </p:nvSpPr>
        <p:spPr>
          <a:xfrm>
            <a:off x="6203514" y="5135649"/>
            <a:ext cx="60939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0" i="1" dirty="0">
                <a:solidFill>
                  <a:schemeClr val="tx1">
                    <a:lumMod val="65000"/>
                  </a:schemeClr>
                </a:solidFill>
              </a:rPr>
              <a:t>By Soham Ghodke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90304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30BF65-C84B-45C3-72CA-AFDA688511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127342"/>
            <a:ext cx="4528785" cy="655737"/>
          </a:xfrm>
        </p:spPr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8EBC2C-6DD7-5003-38EB-40753046FE8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93725" y="2281238"/>
            <a:ext cx="6788150" cy="3709987"/>
          </a:xfrm>
        </p:spPr>
        <p:txBody>
          <a:bodyPr tIns="457200">
            <a:normAutofit/>
          </a:bodyPr>
          <a:lstStyle/>
          <a:p>
            <a:r>
              <a:rPr lang="en-US" dirty="0"/>
              <a:t>Problem Statement</a:t>
            </a:r>
          </a:p>
          <a:p>
            <a:r>
              <a:rPr lang="en-US" dirty="0"/>
              <a:t>Objective</a:t>
            </a:r>
          </a:p>
          <a:p>
            <a:r>
              <a:rPr lang="en-US" dirty="0"/>
              <a:t>Microservices</a:t>
            </a:r>
          </a:p>
          <a:p>
            <a:r>
              <a:rPr lang="en-US" dirty="0"/>
              <a:t>Project Overview</a:t>
            </a:r>
          </a:p>
          <a:p>
            <a:r>
              <a:rPr lang="en-US" dirty="0"/>
              <a:t>Architecture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6C422E5-B709-7BAC-30DD-CACD06C5A642}"/>
              </a:ext>
            </a:extLst>
          </p:cNvPr>
          <p:cNvSpPr txBox="1"/>
          <p:nvPr/>
        </p:nvSpPr>
        <p:spPr>
          <a:xfrm>
            <a:off x="3046956" y="2831967"/>
            <a:ext cx="609391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Architecture</a:t>
            </a:r>
          </a:p>
          <a:p>
            <a:r>
              <a:rPr lang="en-US" dirty="0"/>
              <a:t>Project Flow</a:t>
            </a:r>
          </a:p>
          <a:p>
            <a:r>
              <a:rPr lang="en-US" dirty="0"/>
              <a:t>Technology and Tools Used</a:t>
            </a:r>
          </a:p>
          <a:p>
            <a:r>
              <a:rPr lang="en-US" dirty="0"/>
              <a:t>Conclusion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223CB29C-50DB-8A3A-536C-DD7585219565}"/>
              </a:ext>
            </a:extLst>
          </p:cNvPr>
          <p:cNvSpPr txBox="1">
            <a:spLocks/>
          </p:cNvSpPr>
          <p:nvPr/>
        </p:nvSpPr>
        <p:spPr>
          <a:xfrm>
            <a:off x="7381875" y="3347817"/>
            <a:ext cx="6093912" cy="3194137"/>
          </a:xfrm>
          <a:prstGeom prst="rect">
            <a:avLst/>
          </a:prstGeom>
        </p:spPr>
        <p:txBody>
          <a:bodyPr vert="horz" lIns="0" tIns="457200" rIns="0" bIns="0" rtlCol="0">
            <a:normAutofit/>
          </a:bodyPr>
          <a:lstStyle>
            <a:lvl1pPr marL="283464" indent="-283464" algn="l" defTabSz="914400" rtl="0" eaLnBrk="1" latinLnBrk="0" hangingPunct="1">
              <a:lnSpc>
                <a:spcPct val="80000"/>
              </a:lnSpc>
              <a:spcBef>
                <a:spcPts val="2200"/>
              </a:spcBef>
              <a:buFont typeface="Arial" panose="020B0604020202020204" pitchFamily="34" charset="0"/>
              <a:buChar char="•"/>
              <a:defRPr lang="en-US" sz="2400" b="1" i="0" kern="1200" dirty="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83464" algn="l" defTabSz="914400" rtl="0" eaLnBrk="1" latinLnBrk="0" hangingPunct="1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83464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83464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83464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Database Schema</a:t>
            </a:r>
          </a:p>
          <a:p>
            <a:r>
              <a:rPr lang="en-US" dirty="0"/>
              <a:t>Application Interface</a:t>
            </a:r>
          </a:p>
          <a:p>
            <a:r>
              <a:rPr lang="en-US" dirty="0"/>
              <a:t>Technology and Tools Used</a:t>
            </a:r>
          </a:p>
          <a:p>
            <a:r>
              <a:rPr lang="en-US" dirty="0"/>
              <a:t>Future scope </a:t>
            </a:r>
          </a:p>
          <a:p>
            <a:r>
              <a:rPr lang="en-US" dirty="0"/>
              <a:t>Conclusion</a:t>
            </a:r>
          </a:p>
        </p:txBody>
      </p:sp>
    </p:spTree>
    <p:extLst>
      <p:ext uri="{BB962C8B-B14F-4D97-AF65-F5344CB8AC3E}">
        <p14:creationId xmlns:p14="http://schemas.microsoft.com/office/powerpoint/2010/main" val="33466857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C37279A-330D-886F-340D-494A5005E5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59" y="444933"/>
            <a:ext cx="5477479" cy="3291840"/>
          </a:xfrm>
        </p:spPr>
        <p:txBody>
          <a:bodyPr/>
          <a:lstStyle/>
          <a:p>
            <a:r>
              <a:rPr lang="en-US" dirty="0"/>
              <a:t>Problem Statement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F2D51728-69B5-2BE1-592B-26209E5C20CF}"/>
              </a:ext>
            </a:extLst>
          </p:cNvPr>
          <p:cNvSpPr txBox="1">
            <a:spLocks/>
          </p:cNvSpPr>
          <p:nvPr/>
        </p:nvSpPr>
        <p:spPr>
          <a:xfrm>
            <a:off x="405162" y="506570"/>
            <a:ext cx="6788150" cy="3709987"/>
          </a:xfrm>
          <a:custGeom>
            <a:avLst/>
            <a:gdLst>
              <a:gd name="connsiteX0" fmla="*/ 6309360 w 12192000"/>
              <a:gd name="connsiteY0" fmla="*/ 3951843 h 6880543"/>
              <a:gd name="connsiteX1" fmla="*/ 6309360 w 12192000"/>
              <a:gd name="connsiteY1" fmla="*/ 4052427 h 6880543"/>
              <a:gd name="connsiteX2" fmla="*/ 8442960 w 12192000"/>
              <a:gd name="connsiteY2" fmla="*/ 4052427 h 6880543"/>
              <a:gd name="connsiteX3" fmla="*/ 8442960 w 12192000"/>
              <a:gd name="connsiteY3" fmla="*/ 3951843 h 6880543"/>
              <a:gd name="connsiteX4" fmla="*/ 0 w 12192000"/>
              <a:gd name="connsiteY4" fmla="*/ 0 h 6880543"/>
              <a:gd name="connsiteX5" fmla="*/ 12192000 w 12192000"/>
              <a:gd name="connsiteY5" fmla="*/ 0 h 6880543"/>
              <a:gd name="connsiteX6" fmla="*/ 12192000 w 12192000"/>
              <a:gd name="connsiteY6" fmla="*/ 6880543 h 6880543"/>
              <a:gd name="connsiteX7" fmla="*/ 0 w 12192000"/>
              <a:gd name="connsiteY7" fmla="*/ 6880543 h 68805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880543">
                <a:moveTo>
                  <a:pt x="6309360" y="3951843"/>
                </a:moveTo>
                <a:lnTo>
                  <a:pt x="6309360" y="4052427"/>
                </a:lnTo>
                <a:lnTo>
                  <a:pt x="8442960" y="4052427"/>
                </a:lnTo>
                <a:lnTo>
                  <a:pt x="8442960" y="3951843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80543"/>
                </a:lnTo>
                <a:lnTo>
                  <a:pt x="0" y="6880543"/>
                </a:lnTo>
                <a:close/>
              </a:path>
            </a:pathLst>
          </a:custGeom>
        </p:spPr>
        <p:txBody>
          <a:bodyPr vert="horz" wrap="square" lIns="91440" tIns="45720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755BEAA-C348-76CA-23FD-FB7585746EF1}"/>
              </a:ext>
            </a:extLst>
          </p:cNvPr>
          <p:cNvSpPr txBox="1"/>
          <p:nvPr/>
        </p:nvSpPr>
        <p:spPr>
          <a:xfrm>
            <a:off x="405160" y="1166842"/>
            <a:ext cx="5477478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Architectural Fragmentation: Current enterprise systems operate in silos, creating "data bottlenecks" that prevent seamless communication between different business units.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Operational Scalability Limits: Reliance on legacy integration methods leads to high manual overhead, increased latency, and difficulty in scaling services during peak demand.</a:t>
            </a: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22493726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B8CE60-587E-1D5C-8B50-ED3441BA49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99835" y="430529"/>
            <a:ext cx="5486400" cy="3291840"/>
          </a:xfrm>
        </p:spPr>
        <p:txBody>
          <a:bodyPr/>
          <a:lstStyle/>
          <a:p>
            <a:r>
              <a:rPr lang="en-US" dirty="0"/>
              <a:t>Objectives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02AE9C-BA1D-195E-3B93-A5A0CC03D8F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8082" y="693575"/>
            <a:ext cx="5661766" cy="5687626"/>
          </a:xfrm>
        </p:spPr>
        <p:txBody>
          <a:bodyPr/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Automated Service Orchestration: To build a cloud-native middleware that automates data workflows and ensures real-time synchronization across the entire technology stack.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Resilient Infrastructure: To implement a secure, microservices-based architecture that improves system uptime and provides a consistent experience for all end-users.</a:t>
            </a:r>
          </a:p>
        </p:txBody>
      </p:sp>
    </p:spTree>
    <p:extLst>
      <p:ext uri="{BB962C8B-B14F-4D97-AF65-F5344CB8AC3E}">
        <p14:creationId xmlns:p14="http://schemas.microsoft.com/office/powerpoint/2010/main" val="14408719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45D3755-C3E2-975E-DE68-CDECC4B526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319" y="453604"/>
            <a:ext cx="10873740" cy="1680205"/>
          </a:xfrm>
        </p:spPr>
        <p:txBody>
          <a:bodyPr/>
          <a:lstStyle/>
          <a:p>
            <a:r>
              <a:rPr lang="en-US" dirty="0"/>
              <a:t>Microservices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70BD87D-F7DA-961B-4024-A354DC87D16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058434" y="0"/>
            <a:ext cx="8133566" cy="6858000"/>
          </a:xfrm>
        </p:spPr>
        <p:txBody>
          <a:bodyPr>
            <a:normAutofit/>
          </a:bodyPr>
          <a:lstStyle/>
          <a:p>
            <a:pPr marL="0" indent="0"/>
            <a:r>
              <a:rPr lang="en-US" sz="2400" b="1" i="1" u="sng" dirty="0"/>
              <a:t>Why Microservices?</a:t>
            </a:r>
          </a:p>
          <a:p>
            <a:pPr marL="0" indent="0">
              <a:buNone/>
            </a:pPr>
            <a:r>
              <a:rPr lang="en-US" sz="2400" dirty="0"/>
              <a:t>Ensure independent scalability and fault isolation, allowing each business function to evolve without risking the entire system's stability.</a:t>
            </a:r>
          </a:p>
          <a:p>
            <a:pPr marL="0" indent="0"/>
            <a:r>
              <a:rPr lang="en-US" sz="2400" b="1" i="1" u="sng" dirty="0"/>
              <a:t>User Authentication &amp; attendee Service (Service 1)</a:t>
            </a:r>
          </a:p>
          <a:p>
            <a:pPr marL="0" indent="0">
              <a:buNone/>
            </a:pPr>
            <a:r>
              <a:rPr lang="en-US" sz="2400" dirty="0"/>
              <a:t>Handles the core Auth flow (Register/Login), User Profile CRUD, and the administrative tracking of Event Attendees.</a:t>
            </a:r>
          </a:p>
          <a:p>
            <a:pPr marL="0" indent="0">
              <a:buNone/>
            </a:pPr>
            <a:r>
              <a:rPr lang="en-US" sz="2400" b="1" i="1" u="sng" dirty="0"/>
              <a:t>Venue &amp; vendor Management Service (Service 2)</a:t>
            </a:r>
          </a:p>
          <a:p>
            <a:pPr marL="0" indent="0">
              <a:buNone/>
            </a:pPr>
            <a:r>
              <a:rPr lang="en-US" sz="2400" dirty="0"/>
              <a:t>Manages the lifecycle of venues and vendors, provides customer-facing search filters (location/capacity), and performs real-time availability checks.</a:t>
            </a:r>
          </a:p>
          <a:p>
            <a:pPr marL="0" indent="0">
              <a:buNone/>
            </a:pPr>
            <a:r>
              <a:rPr lang="en-US" sz="2400" b="1" i="1" u="sng" dirty="0"/>
              <a:t>Events &amp; Booking Service (Service 3)</a:t>
            </a:r>
          </a:p>
          <a:p>
            <a:pPr marL="0" indent="0">
              <a:buNone/>
            </a:pPr>
            <a:r>
              <a:rPr lang="en-US" sz="2400" dirty="0"/>
              <a:t>Orchestrates the creation of events and handles the customer booking pipeline, including status tracking (Pending/Approved) and cancellation workflows.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78CEA4F-D72A-C069-6A51-328B103CA0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7E473402-19FD-A5B0-5CB6-E5F3926D3828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879D1CAD-2EA2-9376-7B64-0C3AC590F651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B16F8906-918C-BE0B-A4AB-6A1D48150AC7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graphicFrame>
        <p:nvGraphicFramePr>
          <p:cNvPr id="2" name="Diagram 1">
            <a:extLst>
              <a:ext uri="{FF2B5EF4-FFF2-40B4-BE49-F238E27FC236}">
                <a16:creationId xmlns:a16="http://schemas.microsoft.com/office/drawing/2014/main" id="{4E04F2C4-2E78-9015-8DE6-1CB015120F5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50858506"/>
              </p:ext>
            </p:extLst>
          </p:nvPr>
        </p:nvGraphicFramePr>
        <p:xfrm>
          <a:off x="484177" y="2455101"/>
          <a:ext cx="3311209" cy="270562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2003120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5346ED-721D-85EE-2F1B-A31D0912DE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278129"/>
            <a:ext cx="9778365" cy="1494596"/>
          </a:xfrm>
        </p:spPr>
        <p:txBody>
          <a:bodyPr/>
          <a:lstStyle/>
          <a:p>
            <a:r>
              <a:rPr lang="en-US" dirty="0"/>
              <a:t>Project Overview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B984221-988A-0451-BDEA-6285337D5F5C}"/>
              </a:ext>
            </a:extLst>
          </p:cNvPr>
          <p:cNvGrpSpPr/>
          <p:nvPr/>
        </p:nvGrpSpPr>
        <p:grpSpPr>
          <a:xfrm>
            <a:off x="1575208" y="3718459"/>
            <a:ext cx="1136316" cy="789747"/>
            <a:chOff x="3340101" y="0"/>
            <a:chExt cx="1116993" cy="740638"/>
          </a:xfrm>
          <a:solidFill>
            <a:srgbClr val="92D050"/>
          </a:solidFill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FB80B75-85D9-699D-7691-A5A9D3E8EF70}"/>
                </a:ext>
              </a:extLst>
            </p:cNvPr>
            <p:cNvSpPr/>
            <p:nvPr/>
          </p:nvSpPr>
          <p:spPr>
            <a:xfrm>
              <a:off x="3340101" y="0"/>
              <a:ext cx="1116993" cy="740638"/>
            </a:xfrm>
            <a:prstGeom prst="ellipse">
              <a:avLst/>
            </a:prstGeom>
            <a:grpFill/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2" name="Oval 4">
              <a:extLst>
                <a:ext uri="{FF2B5EF4-FFF2-40B4-BE49-F238E27FC236}">
                  <a16:creationId xmlns:a16="http://schemas.microsoft.com/office/drawing/2014/main" id="{ABD6931A-A66D-21F3-3816-FFC61D2BBA14}"/>
                </a:ext>
              </a:extLst>
            </p:cNvPr>
            <p:cNvSpPr txBox="1"/>
            <p:nvPr/>
          </p:nvSpPr>
          <p:spPr>
            <a:xfrm>
              <a:off x="3503681" y="108464"/>
              <a:ext cx="789833" cy="523710"/>
            </a:xfrm>
            <a:prstGeom prst="rect">
              <a:avLst/>
            </a:prstGeom>
            <a:grpFill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9525" tIns="9525" rIns="9525" bIns="9525" numCol="1" spcCol="1270" anchor="ctr" anchorCtr="0">
              <a:noAutofit/>
            </a:bodyPr>
            <a:lstStyle/>
            <a:p>
              <a:pPr marL="0" lvl="0" indent="0" algn="ctr" defTabSz="6667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500" kern="1200" dirty="0"/>
                <a:t>Home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D658BAB-8F81-D6F6-5822-D4B75EA1F8EF}"/>
              </a:ext>
            </a:extLst>
          </p:cNvPr>
          <p:cNvGrpSpPr/>
          <p:nvPr/>
        </p:nvGrpSpPr>
        <p:grpSpPr>
          <a:xfrm>
            <a:off x="3457348" y="2700569"/>
            <a:ext cx="1136316" cy="789747"/>
            <a:chOff x="3340101" y="0"/>
            <a:chExt cx="1116993" cy="740638"/>
          </a:xfrm>
          <a:solidFill>
            <a:srgbClr val="FF0000"/>
          </a:solidFill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CAC7E4EC-067A-D9B0-F75B-72DCD8C16AA3}"/>
                </a:ext>
              </a:extLst>
            </p:cNvPr>
            <p:cNvSpPr/>
            <p:nvPr/>
          </p:nvSpPr>
          <p:spPr>
            <a:xfrm>
              <a:off x="3340101" y="0"/>
              <a:ext cx="1116993" cy="740638"/>
            </a:xfrm>
            <a:prstGeom prst="ellipse">
              <a:avLst/>
            </a:prstGeom>
            <a:grpFill/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5" name="Oval 4">
              <a:extLst>
                <a:ext uri="{FF2B5EF4-FFF2-40B4-BE49-F238E27FC236}">
                  <a16:creationId xmlns:a16="http://schemas.microsoft.com/office/drawing/2014/main" id="{8B1CBDB0-BE13-4B54-AC46-7FCA5456B9EB}"/>
                </a:ext>
              </a:extLst>
            </p:cNvPr>
            <p:cNvSpPr txBox="1"/>
            <p:nvPr/>
          </p:nvSpPr>
          <p:spPr>
            <a:xfrm>
              <a:off x="3503681" y="108464"/>
              <a:ext cx="789833" cy="523710"/>
            </a:xfrm>
            <a:prstGeom prst="rect">
              <a:avLst/>
            </a:prstGeom>
            <a:grpFill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9525" tIns="9525" rIns="9525" bIns="9525" numCol="1" spcCol="1270" anchor="ctr" anchorCtr="0">
              <a:noAutofit/>
            </a:bodyPr>
            <a:lstStyle/>
            <a:p>
              <a:pPr marL="0" lvl="0" indent="0" algn="ctr" defTabSz="6667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500" b="0" i="0" kern="1200" dirty="0"/>
                <a:t>Login</a:t>
              </a:r>
              <a:endParaRPr lang="en-US" sz="1500" kern="1200" dirty="0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92AE2F27-7006-652D-94AC-E6422C8C22E1}"/>
              </a:ext>
            </a:extLst>
          </p:cNvPr>
          <p:cNvGrpSpPr/>
          <p:nvPr/>
        </p:nvGrpSpPr>
        <p:grpSpPr>
          <a:xfrm>
            <a:off x="3529738" y="3718459"/>
            <a:ext cx="1136316" cy="789747"/>
            <a:chOff x="3340101" y="0"/>
            <a:chExt cx="1116993" cy="740638"/>
          </a:xfrm>
          <a:solidFill>
            <a:srgbClr val="FF0000"/>
          </a:solidFill>
        </p:grpSpPr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6BEFB0C8-FD48-2ED3-0D5A-273ADDEE948A}"/>
                </a:ext>
              </a:extLst>
            </p:cNvPr>
            <p:cNvSpPr/>
            <p:nvPr/>
          </p:nvSpPr>
          <p:spPr>
            <a:xfrm>
              <a:off x="3340101" y="0"/>
              <a:ext cx="1116993" cy="740638"/>
            </a:xfrm>
            <a:prstGeom prst="ellipse">
              <a:avLst/>
            </a:prstGeom>
            <a:grpFill/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8" name="Oval 4">
              <a:extLst>
                <a:ext uri="{FF2B5EF4-FFF2-40B4-BE49-F238E27FC236}">
                  <a16:creationId xmlns:a16="http://schemas.microsoft.com/office/drawing/2014/main" id="{1D9C70D6-3CA2-BA4E-AB39-427688593D47}"/>
                </a:ext>
              </a:extLst>
            </p:cNvPr>
            <p:cNvSpPr txBox="1"/>
            <p:nvPr/>
          </p:nvSpPr>
          <p:spPr>
            <a:xfrm>
              <a:off x="3503681" y="108464"/>
              <a:ext cx="789833" cy="523710"/>
            </a:xfrm>
            <a:prstGeom prst="rect">
              <a:avLst/>
            </a:prstGeom>
            <a:grpFill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9525" tIns="9525" rIns="9525" bIns="9525" numCol="1" spcCol="1270" anchor="ctr" anchorCtr="0">
              <a:noAutofit/>
            </a:bodyPr>
            <a:lstStyle/>
            <a:p>
              <a:pPr marL="0" lvl="0" indent="0" algn="ctr" defTabSz="6667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500" kern="1200" dirty="0"/>
                <a:t>View Events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CE25649-E308-DBB5-805D-D7FAC51D23F9}"/>
              </a:ext>
            </a:extLst>
          </p:cNvPr>
          <p:cNvGrpSpPr/>
          <p:nvPr/>
        </p:nvGrpSpPr>
        <p:grpSpPr>
          <a:xfrm>
            <a:off x="3529738" y="4627885"/>
            <a:ext cx="1136316" cy="789747"/>
            <a:chOff x="3340101" y="0"/>
            <a:chExt cx="1116993" cy="740638"/>
          </a:xfrm>
          <a:solidFill>
            <a:srgbClr val="FF0000"/>
          </a:solidFill>
        </p:grpSpPr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E51EFB48-58E1-DD60-207B-4902B3E9E003}"/>
                </a:ext>
              </a:extLst>
            </p:cNvPr>
            <p:cNvSpPr/>
            <p:nvPr/>
          </p:nvSpPr>
          <p:spPr>
            <a:xfrm>
              <a:off x="3340101" y="0"/>
              <a:ext cx="1116993" cy="740638"/>
            </a:xfrm>
            <a:prstGeom prst="ellipse">
              <a:avLst/>
            </a:prstGeom>
            <a:grpFill/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1" name="Oval 4">
              <a:extLst>
                <a:ext uri="{FF2B5EF4-FFF2-40B4-BE49-F238E27FC236}">
                  <a16:creationId xmlns:a16="http://schemas.microsoft.com/office/drawing/2014/main" id="{119821D4-A270-CC08-8855-02DA1388E0A8}"/>
                </a:ext>
              </a:extLst>
            </p:cNvPr>
            <p:cNvSpPr txBox="1"/>
            <p:nvPr/>
          </p:nvSpPr>
          <p:spPr>
            <a:xfrm>
              <a:off x="3503681" y="108464"/>
              <a:ext cx="789833" cy="523710"/>
            </a:xfrm>
            <a:prstGeom prst="rect">
              <a:avLst/>
            </a:prstGeom>
            <a:grpFill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9525" tIns="9525" rIns="9525" bIns="9525" numCol="1" spcCol="1270" anchor="ctr" anchorCtr="0">
              <a:noAutofit/>
            </a:bodyPr>
            <a:lstStyle/>
            <a:p>
              <a:pPr marL="0" lvl="0" indent="0" algn="ctr" defTabSz="6667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500" kern="1200" dirty="0"/>
                <a:t>View </a:t>
              </a:r>
              <a:r>
                <a:rPr lang="en-US" sz="1500" dirty="0"/>
                <a:t>Venues</a:t>
              </a:r>
              <a:endParaRPr lang="en-US" sz="1500" kern="1200" dirty="0"/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6594433B-0DF1-A606-D90D-0039B47970FA}"/>
              </a:ext>
            </a:extLst>
          </p:cNvPr>
          <p:cNvGrpSpPr/>
          <p:nvPr/>
        </p:nvGrpSpPr>
        <p:grpSpPr>
          <a:xfrm>
            <a:off x="5411878" y="3385754"/>
            <a:ext cx="1136316" cy="789747"/>
            <a:chOff x="3340101" y="0"/>
            <a:chExt cx="1116993" cy="740638"/>
          </a:xfrm>
          <a:solidFill>
            <a:srgbClr val="00B0F0"/>
          </a:solidFill>
        </p:grpSpPr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C75A4C10-53CF-7F48-D8A5-245C344633BF}"/>
                </a:ext>
              </a:extLst>
            </p:cNvPr>
            <p:cNvSpPr/>
            <p:nvPr/>
          </p:nvSpPr>
          <p:spPr>
            <a:xfrm>
              <a:off x="3340101" y="0"/>
              <a:ext cx="1116993" cy="740638"/>
            </a:xfrm>
            <a:prstGeom prst="ellipse">
              <a:avLst/>
            </a:prstGeom>
            <a:grpFill/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4" name="Oval 4">
              <a:extLst>
                <a:ext uri="{FF2B5EF4-FFF2-40B4-BE49-F238E27FC236}">
                  <a16:creationId xmlns:a16="http://schemas.microsoft.com/office/drawing/2014/main" id="{DBC089F1-6F67-E27F-C5A1-5B51F98EA524}"/>
                </a:ext>
              </a:extLst>
            </p:cNvPr>
            <p:cNvSpPr txBox="1"/>
            <p:nvPr/>
          </p:nvSpPr>
          <p:spPr>
            <a:xfrm>
              <a:off x="3503681" y="108464"/>
              <a:ext cx="789833" cy="523710"/>
            </a:xfrm>
            <a:prstGeom prst="rect">
              <a:avLst/>
            </a:prstGeom>
            <a:grpFill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9525" tIns="9525" rIns="9525" bIns="9525" numCol="1" spcCol="1270" anchor="ctr" anchorCtr="0">
              <a:noAutofit/>
            </a:bodyPr>
            <a:lstStyle/>
            <a:p>
              <a:pPr marL="0" lvl="0" indent="0" algn="ctr" defTabSz="6667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500" kern="1200" dirty="0"/>
                <a:t>Admin</a:t>
              </a: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0B427D4-406C-AD7F-4ED2-502E49153F7D}"/>
              </a:ext>
            </a:extLst>
          </p:cNvPr>
          <p:cNvGrpSpPr/>
          <p:nvPr/>
        </p:nvGrpSpPr>
        <p:grpSpPr>
          <a:xfrm>
            <a:off x="5411878" y="2344084"/>
            <a:ext cx="1136316" cy="789747"/>
            <a:chOff x="3340101" y="0"/>
            <a:chExt cx="1116993" cy="740638"/>
          </a:xfrm>
          <a:solidFill>
            <a:srgbClr val="00B0F0"/>
          </a:solidFill>
        </p:grpSpPr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E1A4D273-8E20-82B7-BBBA-2E6559031BCF}"/>
                </a:ext>
              </a:extLst>
            </p:cNvPr>
            <p:cNvSpPr/>
            <p:nvPr/>
          </p:nvSpPr>
          <p:spPr>
            <a:xfrm>
              <a:off x="3340101" y="0"/>
              <a:ext cx="1116993" cy="740638"/>
            </a:xfrm>
            <a:prstGeom prst="ellipse">
              <a:avLst/>
            </a:prstGeom>
            <a:grpFill/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7" name="Oval 4">
              <a:extLst>
                <a:ext uri="{FF2B5EF4-FFF2-40B4-BE49-F238E27FC236}">
                  <a16:creationId xmlns:a16="http://schemas.microsoft.com/office/drawing/2014/main" id="{F6E7B667-3732-27B8-E078-A492081209B9}"/>
                </a:ext>
              </a:extLst>
            </p:cNvPr>
            <p:cNvSpPr txBox="1"/>
            <p:nvPr/>
          </p:nvSpPr>
          <p:spPr>
            <a:xfrm>
              <a:off x="3445207" y="108464"/>
              <a:ext cx="906780" cy="523710"/>
            </a:xfrm>
            <a:prstGeom prst="rect">
              <a:avLst/>
            </a:prstGeom>
            <a:grpFill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9525" tIns="9525" rIns="9525" bIns="9525" numCol="1" spcCol="1270" anchor="ctr" anchorCtr="0">
              <a:noAutofit/>
            </a:bodyPr>
            <a:lstStyle/>
            <a:p>
              <a:pPr marL="0" lvl="0" indent="0" algn="ctr" defTabSz="6667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500" kern="1200" dirty="0"/>
                <a:t>User</a:t>
              </a:r>
            </a:p>
          </p:txBody>
        </p:sp>
      </p:grp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76A1FDA4-E5EB-78B4-3002-65D332025B5F}"/>
              </a:ext>
            </a:extLst>
          </p:cNvPr>
          <p:cNvCxnSpPr>
            <a:stCxn id="11" idx="6"/>
            <a:endCxn id="14" idx="3"/>
          </p:cNvCxnSpPr>
          <p:nvPr/>
        </p:nvCxnSpPr>
        <p:spPr>
          <a:xfrm flipV="1">
            <a:off x="2711524" y="3374660"/>
            <a:ext cx="912234" cy="738673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A77C0BFC-2901-A4D1-6E3D-C58F044CBA60}"/>
              </a:ext>
            </a:extLst>
          </p:cNvPr>
          <p:cNvCxnSpPr>
            <a:cxnSpLocks/>
            <a:stCxn id="11" idx="6"/>
            <a:endCxn id="17" idx="2"/>
          </p:cNvCxnSpPr>
          <p:nvPr/>
        </p:nvCxnSpPr>
        <p:spPr>
          <a:xfrm>
            <a:off x="2711524" y="4113333"/>
            <a:ext cx="818214" cy="0"/>
          </a:xfrm>
          <a:prstGeom prst="straightConnector1">
            <a:avLst/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502EAC9D-0492-AF32-1A0B-FCABC050ABE4}"/>
              </a:ext>
            </a:extLst>
          </p:cNvPr>
          <p:cNvCxnSpPr>
            <a:cxnSpLocks/>
            <a:stCxn id="11" idx="6"/>
          </p:cNvCxnSpPr>
          <p:nvPr/>
        </p:nvCxnSpPr>
        <p:spPr>
          <a:xfrm>
            <a:off x="2711524" y="4113333"/>
            <a:ext cx="794363" cy="895797"/>
          </a:xfrm>
          <a:prstGeom prst="straightConnector1">
            <a:avLst/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EE66BE95-5FFB-C4F8-DFF1-0F81870E50C6}"/>
              </a:ext>
            </a:extLst>
          </p:cNvPr>
          <p:cNvCxnSpPr>
            <a:stCxn id="14" idx="6"/>
            <a:endCxn id="26" idx="2"/>
          </p:cNvCxnSpPr>
          <p:nvPr/>
        </p:nvCxnSpPr>
        <p:spPr>
          <a:xfrm flipV="1">
            <a:off x="4593664" y="2738958"/>
            <a:ext cx="818214" cy="3564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FA7B1B98-3F0E-D647-EAEE-9B10B8C0B9C0}"/>
              </a:ext>
            </a:extLst>
          </p:cNvPr>
          <p:cNvCxnSpPr>
            <a:stCxn id="14" idx="6"/>
            <a:endCxn id="23" idx="2"/>
          </p:cNvCxnSpPr>
          <p:nvPr/>
        </p:nvCxnSpPr>
        <p:spPr>
          <a:xfrm>
            <a:off x="4593664" y="3095443"/>
            <a:ext cx="818214" cy="6851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C18758D9-2F46-C064-8558-ADE148971FF3}"/>
              </a:ext>
            </a:extLst>
          </p:cNvPr>
          <p:cNvCxnSpPr>
            <a:cxnSpLocks/>
          </p:cNvCxnSpPr>
          <p:nvPr/>
        </p:nvCxnSpPr>
        <p:spPr>
          <a:xfrm>
            <a:off x="6365291" y="3249487"/>
            <a:ext cx="575144" cy="0"/>
          </a:xfrm>
          <a:prstGeom prst="straightConnector1">
            <a:avLst/>
          </a:prstGeom>
          <a:ln w="28575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DAFD0F92-E0AF-B0BE-D9DF-223DB284AC13}"/>
              </a:ext>
            </a:extLst>
          </p:cNvPr>
          <p:cNvCxnSpPr>
            <a:cxnSpLocks/>
          </p:cNvCxnSpPr>
          <p:nvPr/>
        </p:nvCxnSpPr>
        <p:spPr>
          <a:xfrm>
            <a:off x="6365291" y="3393499"/>
            <a:ext cx="575144" cy="0"/>
          </a:xfrm>
          <a:prstGeom prst="straightConnector1">
            <a:avLst/>
          </a:prstGeom>
          <a:ln w="28575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A08DBE25-CC0F-8006-8E85-2A3D78BB49FE}"/>
              </a:ext>
            </a:extLst>
          </p:cNvPr>
          <p:cNvCxnSpPr>
            <a:cxnSpLocks/>
          </p:cNvCxnSpPr>
          <p:nvPr/>
        </p:nvCxnSpPr>
        <p:spPr>
          <a:xfrm>
            <a:off x="7962387" y="4233869"/>
            <a:ext cx="0" cy="959534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Cylinder 37">
            <a:extLst>
              <a:ext uri="{FF2B5EF4-FFF2-40B4-BE49-F238E27FC236}">
                <a16:creationId xmlns:a16="http://schemas.microsoft.com/office/drawing/2014/main" id="{5BAC9733-736C-6E25-BC7A-C8EF0259A394}"/>
              </a:ext>
            </a:extLst>
          </p:cNvPr>
          <p:cNvSpPr/>
          <p:nvPr/>
        </p:nvSpPr>
        <p:spPr>
          <a:xfrm>
            <a:off x="7546079" y="5301976"/>
            <a:ext cx="832616" cy="959516"/>
          </a:xfrm>
          <a:prstGeom prst="can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SQL</a:t>
            </a:r>
          </a:p>
          <a:p>
            <a:pPr algn="ctr"/>
            <a:r>
              <a:rPr lang="en-US" dirty="0"/>
              <a:t>Server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2220781E-18D3-BF1F-9699-C73846762BE5}"/>
              </a:ext>
            </a:extLst>
          </p:cNvPr>
          <p:cNvCxnSpPr>
            <a:cxnSpLocks/>
          </p:cNvCxnSpPr>
          <p:nvPr/>
        </p:nvCxnSpPr>
        <p:spPr>
          <a:xfrm flipH="1" flipV="1">
            <a:off x="4701374" y="3406684"/>
            <a:ext cx="9608" cy="623549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7B8B9343-35FB-63FC-6275-8F7B4D18298A}"/>
              </a:ext>
            </a:extLst>
          </p:cNvPr>
          <p:cNvCxnSpPr>
            <a:cxnSpLocks/>
          </p:cNvCxnSpPr>
          <p:nvPr/>
        </p:nvCxnSpPr>
        <p:spPr>
          <a:xfrm flipH="1" flipV="1">
            <a:off x="4710982" y="4483600"/>
            <a:ext cx="9608" cy="623549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17BE78F2-CF5E-12C8-ACCB-5EA86A2371F2}"/>
              </a:ext>
            </a:extLst>
          </p:cNvPr>
          <p:cNvCxnSpPr>
            <a:cxnSpLocks/>
          </p:cNvCxnSpPr>
          <p:nvPr/>
        </p:nvCxnSpPr>
        <p:spPr>
          <a:xfrm>
            <a:off x="9320583" y="4259700"/>
            <a:ext cx="0" cy="959534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Cylinder 53">
            <a:extLst>
              <a:ext uri="{FF2B5EF4-FFF2-40B4-BE49-F238E27FC236}">
                <a16:creationId xmlns:a16="http://schemas.microsoft.com/office/drawing/2014/main" id="{DF5126D8-3C36-196C-7D76-560B73EF3613}"/>
              </a:ext>
            </a:extLst>
          </p:cNvPr>
          <p:cNvSpPr/>
          <p:nvPr/>
        </p:nvSpPr>
        <p:spPr>
          <a:xfrm>
            <a:off x="8913428" y="5332052"/>
            <a:ext cx="832616" cy="959516"/>
          </a:xfrm>
          <a:prstGeom prst="can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SQL</a:t>
            </a:r>
          </a:p>
          <a:p>
            <a:pPr algn="ctr"/>
            <a:r>
              <a:rPr lang="en-US" dirty="0"/>
              <a:t>Server</a:t>
            </a: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D0A82130-6DE1-C20E-DC74-CA67BAAD9D6F}"/>
              </a:ext>
            </a:extLst>
          </p:cNvPr>
          <p:cNvCxnSpPr>
            <a:cxnSpLocks/>
          </p:cNvCxnSpPr>
          <p:nvPr/>
        </p:nvCxnSpPr>
        <p:spPr>
          <a:xfrm>
            <a:off x="10823707" y="4259700"/>
            <a:ext cx="0" cy="959534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Cylinder 55">
            <a:extLst>
              <a:ext uri="{FF2B5EF4-FFF2-40B4-BE49-F238E27FC236}">
                <a16:creationId xmlns:a16="http://schemas.microsoft.com/office/drawing/2014/main" id="{5A963807-5E07-1D5F-BDF2-2A52B8705E17}"/>
              </a:ext>
            </a:extLst>
          </p:cNvPr>
          <p:cNvSpPr/>
          <p:nvPr/>
        </p:nvSpPr>
        <p:spPr>
          <a:xfrm>
            <a:off x="10407399" y="5327807"/>
            <a:ext cx="832616" cy="959516"/>
          </a:xfrm>
          <a:prstGeom prst="can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SQL</a:t>
            </a:r>
          </a:p>
          <a:p>
            <a:pPr algn="ctr"/>
            <a:r>
              <a:rPr lang="en-US" dirty="0"/>
              <a:t>Server</a:t>
            </a:r>
          </a:p>
        </p:txBody>
      </p:sp>
      <p:graphicFrame>
        <p:nvGraphicFramePr>
          <p:cNvPr id="57" name="Diagram 56">
            <a:extLst>
              <a:ext uri="{FF2B5EF4-FFF2-40B4-BE49-F238E27FC236}">
                <a16:creationId xmlns:a16="http://schemas.microsoft.com/office/drawing/2014/main" id="{A890469D-9230-7E52-CB01-CB0B41C2C46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40271645"/>
              </p:ext>
            </p:extLst>
          </p:nvPr>
        </p:nvGraphicFramePr>
        <p:xfrm>
          <a:off x="7231625" y="1752147"/>
          <a:ext cx="4310807" cy="304322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8884842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495077-DF56-97ED-DAEA-43E154C214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FA0443-D452-E165-2E8D-5B300D27B8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278129"/>
            <a:ext cx="9778365" cy="1494596"/>
          </a:xfrm>
        </p:spPr>
        <p:txBody>
          <a:bodyPr/>
          <a:lstStyle/>
          <a:p>
            <a:r>
              <a:rPr lang="en-US" dirty="0"/>
              <a:t>Architectural Diagram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6E20D23-DBA1-B263-0F24-2AC905E9DE4E}"/>
              </a:ext>
            </a:extLst>
          </p:cNvPr>
          <p:cNvSpPr/>
          <p:nvPr/>
        </p:nvSpPr>
        <p:spPr>
          <a:xfrm>
            <a:off x="312092" y="3645074"/>
            <a:ext cx="2061158" cy="1140735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/>
          </a:p>
          <a:p>
            <a:pPr algn="ctr"/>
            <a:r>
              <a:rPr lang="en-US" sz="2000" dirty="0"/>
              <a:t>Front End</a:t>
            </a:r>
          </a:p>
          <a:p>
            <a:pPr algn="ctr"/>
            <a:r>
              <a:rPr lang="en-US" sz="2000" dirty="0"/>
              <a:t>React.js</a:t>
            </a:r>
          </a:p>
          <a:p>
            <a:pPr algn="ctr"/>
            <a:endParaRPr lang="en-US" sz="900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EEBEF4A-FF80-E9BB-4EC4-BC112EDA62A0}"/>
              </a:ext>
            </a:extLst>
          </p:cNvPr>
          <p:cNvGrpSpPr/>
          <p:nvPr/>
        </p:nvGrpSpPr>
        <p:grpSpPr>
          <a:xfrm>
            <a:off x="4250866" y="2212382"/>
            <a:ext cx="3794514" cy="3967673"/>
            <a:chOff x="3395063" y="2231604"/>
            <a:chExt cx="4529093" cy="3967673"/>
          </a:xfrm>
        </p:grpSpPr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52BDB432-7BDE-F240-7A72-7FC1375396AD}"/>
                </a:ext>
              </a:extLst>
            </p:cNvPr>
            <p:cNvSpPr/>
            <p:nvPr/>
          </p:nvSpPr>
          <p:spPr>
            <a:xfrm>
              <a:off x="3395063" y="2231604"/>
              <a:ext cx="4529092" cy="1087793"/>
            </a:xfrm>
            <a:custGeom>
              <a:avLst/>
              <a:gdLst>
                <a:gd name="csX0" fmla="*/ 0 w 1357641"/>
                <a:gd name="csY0" fmla="*/ 135764 h 3967673"/>
                <a:gd name="csX1" fmla="*/ 135764 w 1357641"/>
                <a:gd name="csY1" fmla="*/ 0 h 3967673"/>
                <a:gd name="csX2" fmla="*/ 1221877 w 1357641"/>
                <a:gd name="csY2" fmla="*/ 0 h 3967673"/>
                <a:gd name="csX3" fmla="*/ 1357641 w 1357641"/>
                <a:gd name="csY3" fmla="*/ 135764 h 3967673"/>
                <a:gd name="csX4" fmla="*/ 1357641 w 1357641"/>
                <a:gd name="csY4" fmla="*/ 3831909 h 3967673"/>
                <a:gd name="csX5" fmla="*/ 1221877 w 1357641"/>
                <a:gd name="csY5" fmla="*/ 3967673 h 3967673"/>
                <a:gd name="csX6" fmla="*/ 135764 w 1357641"/>
                <a:gd name="csY6" fmla="*/ 3967673 h 3967673"/>
                <a:gd name="csX7" fmla="*/ 0 w 1357641"/>
                <a:gd name="csY7" fmla="*/ 3831909 h 3967673"/>
                <a:gd name="csX8" fmla="*/ 0 w 1357641"/>
                <a:gd name="csY8" fmla="*/ 135764 h 39676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357641" h="3967673">
                  <a:moveTo>
                    <a:pt x="0" y="135764"/>
                  </a:moveTo>
                  <a:cubicBezTo>
                    <a:pt x="0" y="60784"/>
                    <a:pt x="60784" y="0"/>
                    <a:pt x="135764" y="0"/>
                  </a:cubicBezTo>
                  <a:lnTo>
                    <a:pt x="1221877" y="0"/>
                  </a:lnTo>
                  <a:cubicBezTo>
                    <a:pt x="1296857" y="0"/>
                    <a:pt x="1357641" y="60784"/>
                    <a:pt x="1357641" y="135764"/>
                  </a:cubicBezTo>
                  <a:lnTo>
                    <a:pt x="1357641" y="3831909"/>
                  </a:lnTo>
                  <a:cubicBezTo>
                    <a:pt x="1357641" y="3906889"/>
                    <a:pt x="1296857" y="3967673"/>
                    <a:pt x="1221877" y="3967673"/>
                  </a:cubicBezTo>
                  <a:lnTo>
                    <a:pt x="135764" y="3967673"/>
                  </a:lnTo>
                  <a:cubicBezTo>
                    <a:pt x="60784" y="3967673"/>
                    <a:pt x="0" y="3906889"/>
                    <a:pt x="0" y="3831909"/>
                  </a:cubicBezTo>
                  <a:lnTo>
                    <a:pt x="0" y="135764"/>
                  </a:lnTo>
                  <a:close/>
                </a:path>
              </a:pathLst>
            </a:custGeom>
            <a:solidFill>
              <a:srgbClr val="92D05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96914" tIns="96914" rIns="96914" bIns="96914" numCol="1" spcCol="1270" anchor="ctr" anchorCtr="0">
              <a:noAutofit/>
            </a:bodyPr>
            <a:lstStyle/>
            <a:p>
              <a:pPr lvl="0"/>
              <a:r>
                <a:rPr lang="en-US" sz="1600" b="1" i="1" u="sng" dirty="0"/>
                <a:t>User Authentication </a:t>
              </a:r>
            </a:p>
            <a:p>
              <a:pPr lvl="0"/>
              <a:r>
                <a:rPr lang="en-US" sz="1600" b="1" i="1" u="sng" dirty="0"/>
                <a:t>&amp; attendee Service </a:t>
              </a:r>
              <a:endParaRPr lang="en-US" sz="1600" dirty="0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B2255383-481B-A4B6-1280-BA9E2919E5CB}"/>
                </a:ext>
              </a:extLst>
            </p:cNvPr>
            <p:cNvSpPr/>
            <p:nvPr/>
          </p:nvSpPr>
          <p:spPr>
            <a:xfrm>
              <a:off x="3395063" y="3429000"/>
              <a:ext cx="4529092" cy="1356809"/>
            </a:xfrm>
            <a:custGeom>
              <a:avLst/>
              <a:gdLst>
                <a:gd name="csX0" fmla="*/ 0 w 1357641"/>
                <a:gd name="csY0" fmla="*/ 135764 h 3967673"/>
                <a:gd name="csX1" fmla="*/ 135764 w 1357641"/>
                <a:gd name="csY1" fmla="*/ 0 h 3967673"/>
                <a:gd name="csX2" fmla="*/ 1221877 w 1357641"/>
                <a:gd name="csY2" fmla="*/ 0 h 3967673"/>
                <a:gd name="csX3" fmla="*/ 1357641 w 1357641"/>
                <a:gd name="csY3" fmla="*/ 135764 h 3967673"/>
                <a:gd name="csX4" fmla="*/ 1357641 w 1357641"/>
                <a:gd name="csY4" fmla="*/ 3831909 h 3967673"/>
                <a:gd name="csX5" fmla="*/ 1221877 w 1357641"/>
                <a:gd name="csY5" fmla="*/ 3967673 h 3967673"/>
                <a:gd name="csX6" fmla="*/ 135764 w 1357641"/>
                <a:gd name="csY6" fmla="*/ 3967673 h 3967673"/>
                <a:gd name="csX7" fmla="*/ 0 w 1357641"/>
                <a:gd name="csY7" fmla="*/ 3831909 h 3967673"/>
                <a:gd name="csX8" fmla="*/ 0 w 1357641"/>
                <a:gd name="csY8" fmla="*/ 135764 h 39676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357641" h="3967673">
                  <a:moveTo>
                    <a:pt x="0" y="135764"/>
                  </a:moveTo>
                  <a:cubicBezTo>
                    <a:pt x="0" y="60784"/>
                    <a:pt x="60784" y="0"/>
                    <a:pt x="135764" y="0"/>
                  </a:cubicBezTo>
                  <a:lnTo>
                    <a:pt x="1221877" y="0"/>
                  </a:lnTo>
                  <a:cubicBezTo>
                    <a:pt x="1296857" y="0"/>
                    <a:pt x="1357641" y="60784"/>
                    <a:pt x="1357641" y="135764"/>
                  </a:cubicBezTo>
                  <a:lnTo>
                    <a:pt x="1357641" y="3831909"/>
                  </a:lnTo>
                  <a:cubicBezTo>
                    <a:pt x="1357641" y="3906889"/>
                    <a:pt x="1296857" y="3967673"/>
                    <a:pt x="1221877" y="3967673"/>
                  </a:cubicBezTo>
                  <a:lnTo>
                    <a:pt x="135764" y="3967673"/>
                  </a:lnTo>
                  <a:cubicBezTo>
                    <a:pt x="60784" y="3967673"/>
                    <a:pt x="0" y="3906889"/>
                    <a:pt x="0" y="3831909"/>
                  </a:cubicBezTo>
                  <a:lnTo>
                    <a:pt x="0" y="135764"/>
                  </a:lnTo>
                  <a:close/>
                </a:path>
              </a:pathLst>
            </a:custGeom>
            <a:solidFill>
              <a:srgbClr val="FF000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96914" tIns="96914" rIns="96914" bIns="96914" numCol="1" spcCol="1270" anchor="ctr" anchorCtr="0">
              <a:noAutofit/>
            </a:bodyPr>
            <a:lstStyle/>
            <a:p>
              <a:pPr lvl="0">
                <a:buNone/>
              </a:pPr>
              <a:r>
                <a:rPr lang="en-US" sz="1600" b="1" i="1" u="sng" dirty="0"/>
                <a:t>Venue &amp; vendor</a:t>
              </a:r>
            </a:p>
            <a:p>
              <a:pPr lvl="0">
                <a:buNone/>
              </a:pPr>
              <a:r>
                <a:rPr lang="en-US" sz="1600" b="1" i="1" u="sng" dirty="0"/>
                <a:t> Management Service</a:t>
              </a:r>
              <a:endParaRPr lang="en-US" sz="1600" dirty="0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DC868BC1-8726-B5F3-E411-9FDF60B1C060}"/>
                </a:ext>
              </a:extLst>
            </p:cNvPr>
            <p:cNvSpPr/>
            <p:nvPr/>
          </p:nvSpPr>
          <p:spPr>
            <a:xfrm>
              <a:off x="3395064" y="4895412"/>
              <a:ext cx="4529092" cy="1303865"/>
            </a:xfrm>
            <a:custGeom>
              <a:avLst/>
              <a:gdLst>
                <a:gd name="csX0" fmla="*/ 0 w 1357641"/>
                <a:gd name="csY0" fmla="*/ 135764 h 3967673"/>
                <a:gd name="csX1" fmla="*/ 135764 w 1357641"/>
                <a:gd name="csY1" fmla="*/ 0 h 3967673"/>
                <a:gd name="csX2" fmla="*/ 1221877 w 1357641"/>
                <a:gd name="csY2" fmla="*/ 0 h 3967673"/>
                <a:gd name="csX3" fmla="*/ 1357641 w 1357641"/>
                <a:gd name="csY3" fmla="*/ 135764 h 3967673"/>
                <a:gd name="csX4" fmla="*/ 1357641 w 1357641"/>
                <a:gd name="csY4" fmla="*/ 3831909 h 3967673"/>
                <a:gd name="csX5" fmla="*/ 1221877 w 1357641"/>
                <a:gd name="csY5" fmla="*/ 3967673 h 3967673"/>
                <a:gd name="csX6" fmla="*/ 135764 w 1357641"/>
                <a:gd name="csY6" fmla="*/ 3967673 h 3967673"/>
                <a:gd name="csX7" fmla="*/ 0 w 1357641"/>
                <a:gd name="csY7" fmla="*/ 3831909 h 3967673"/>
                <a:gd name="csX8" fmla="*/ 0 w 1357641"/>
                <a:gd name="csY8" fmla="*/ 135764 h 39676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357641" h="3967673">
                  <a:moveTo>
                    <a:pt x="0" y="135764"/>
                  </a:moveTo>
                  <a:cubicBezTo>
                    <a:pt x="0" y="60784"/>
                    <a:pt x="60784" y="0"/>
                    <a:pt x="135764" y="0"/>
                  </a:cubicBezTo>
                  <a:lnTo>
                    <a:pt x="1221877" y="0"/>
                  </a:lnTo>
                  <a:cubicBezTo>
                    <a:pt x="1296857" y="0"/>
                    <a:pt x="1357641" y="60784"/>
                    <a:pt x="1357641" y="135764"/>
                  </a:cubicBezTo>
                  <a:lnTo>
                    <a:pt x="1357641" y="3831909"/>
                  </a:lnTo>
                  <a:cubicBezTo>
                    <a:pt x="1357641" y="3906889"/>
                    <a:pt x="1296857" y="3967673"/>
                    <a:pt x="1221877" y="3967673"/>
                  </a:cubicBezTo>
                  <a:lnTo>
                    <a:pt x="135764" y="3967673"/>
                  </a:lnTo>
                  <a:cubicBezTo>
                    <a:pt x="60784" y="3967673"/>
                    <a:pt x="0" y="3906889"/>
                    <a:pt x="0" y="3831909"/>
                  </a:cubicBezTo>
                  <a:lnTo>
                    <a:pt x="0" y="135764"/>
                  </a:lnTo>
                  <a:close/>
                </a:path>
              </a:pathLst>
            </a:custGeom>
            <a:solidFill>
              <a:srgbClr val="00B0F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96914" tIns="96914" rIns="96914" bIns="96914" numCol="1" spcCol="1270" anchor="ctr" anchorCtr="0">
              <a:noAutofit/>
            </a:bodyPr>
            <a:lstStyle/>
            <a:p>
              <a:pPr lvl="0">
                <a:buNone/>
              </a:pPr>
              <a:r>
                <a:rPr lang="en-US" sz="1600" b="1" i="1" u="sng" dirty="0"/>
                <a:t>Events &amp; </a:t>
              </a:r>
            </a:p>
            <a:p>
              <a:pPr lvl="0">
                <a:buNone/>
              </a:pPr>
              <a:r>
                <a:rPr lang="en-US" sz="1600" b="1" i="1" u="sng" dirty="0"/>
                <a:t>Booking Service</a:t>
              </a:r>
              <a:endParaRPr lang="en-US" sz="1600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A39F8B75-9D96-AC39-6FC8-FC35FAD8ED0F}"/>
              </a:ext>
            </a:extLst>
          </p:cNvPr>
          <p:cNvSpPr txBox="1"/>
          <p:nvPr/>
        </p:nvSpPr>
        <p:spPr>
          <a:xfrm>
            <a:off x="6191902" y="2288199"/>
            <a:ext cx="193432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User services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Attendee services</a:t>
            </a:r>
            <a:endParaRPr lang="en-IN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3F988E1-CEE3-DE53-EBC8-B2A0F458A630}"/>
              </a:ext>
            </a:extLst>
          </p:cNvPr>
          <p:cNvSpPr txBox="1"/>
          <p:nvPr/>
        </p:nvSpPr>
        <p:spPr>
          <a:xfrm>
            <a:off x="6348540" y="3510425"/>
            <a:ext cx="172506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Vendor services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Venue services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98D286F-0FB8-6071-EF85-F7F9006B1876}"/>
              </a:ext>
            </a:extLst>
          </p:cNvPr>
          <p:cNvSpPr txBox="1"/>
          <p:nvPr/>
        </p:nvSpPr>
        <p:spPr>
          <a:xfrm>
            <a:off x="5991471" y="4946454"/>
            <a:ext cx="181076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Event services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Booking services</a:t>
            </a:r>
          </a:p>
        </p:txBody>
      </p: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4DEF4C78-1C05-7E9B-E73C-E1C08E5DB241}"/>
              </a:ext>
            </a:extLst>
          </p:cNvPr>
          <p:cNvCxnSpPr>
            <a:cxnSpLocks/>
            <a:stCxn id="3" idx="0"/>
          </p:cNvCxnSpPr>
          <p:nvPr/>
        </p:nvCxnSpPr>
        <p:spPr>
          <a:xfrm rot="5400000" flipH="1" flipV="1">
            <a:off x="2391313" y="1785520"/>
            <a:ext cx="810913" cy="2908196"/>
          </a:xfrm>
          <a:prstGeom prst="bentConnector2">
            <a:avLst/>
          </a:prstGeom>
          <a:ln>
            <a:solidFill>
              <a:schemeClr val="bg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46712ED6-0534-0772-03E6-63577FFDD9D4}"/>
              </a:ext>
            </a:extLst>
          </p:cNvPr>
          <p:cNvCxnSpPr>
            <a:cxnSpLocks/>
            <a:stCxn id="3" idx="3"/>
          </p:cNvCxnSpPr>
          <p:nvPr/>
        </p:nvCxnSpPr>
        <p:spPr>
          <a:xfrm flipV="1">
            <a:off x="2373250" y="4158224"/>
            <a:ext cx="1877615" cy="57218"/>
          </a:xfrm>
          <a:prstGeom prst="bentConnector3">
            <a:avLst/>
          </a:prstGeom>
          <a:ln>
            <a:solidFill>
              <a:schemeClr val="bg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44C1A5B9-F80F-B93C-A614-F90A170E3877}"/>
              </a:ext>
            </a:extLst>
          </p:cNvPr>
          <p:cNvCxnSpPr>
            <a:cxnSpLocks/>
            <a:stCxn id="3" idx="2"/>
          </p:cNvCxnSpPr>
          <p:nvPr/>
        </p:nvCxnSpPr>
        <p:spPr>
          <a:xfrm rot="16200000" flipH="1">
            <a:off x="2425612" y="3702868"/>
            <a:ext cx="742313" cy="2908194"/>
          </a:xfrm>
          <a:prstGeom prst="bentConnector2">
            <a:avLst/>
          </a:prstGeom>
          <a:ln>
            <a:solidFill>
              <a:schemeClr val="bg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F75C3B8D-3706-57B4-1322-3F4850AA1E2A}"/>
              </a:ext>
            </a:extLst>
          </p:cNvPr>
          <p:cNvSpPr txBox="1"/>
          <p:nvPr/>
        </p:nvSpPr>
        <p:spPr>
          <a:xfrm>
            <a:off x="1621688" y="2398733"/>
            <a:ext cx="1503123" cy="369332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GET/POST</a:t>
            </a:r>
            <a:endParaRPr lang="en-IN" dirty="0">
              <a:solidFill>
                <a:schemeClr val="bg1"/>
              </a:solidFill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7F84A0E-12D4-ADE0-89E8-53C3A30BBD6F}"/>
              </a:ext>
            </a:extLst>
          </p:cNvPr>
          <p:cNvSpPr txBox="1"/>
          <p:nvPr/>
        </p:nvSpPr>
        <p:spPr>
          <a:xfrm>
            <a:off x="1613956" y="2843594"/>
            <a:ext cx="1503123" cy="369332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PUT/DELETE</a:t>
            </a:r>
            <a:endParaRPr lang="en-IN" dirty="0">
              <a:solidFill>
                <a:schemeClr val="bg1"/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8E04709-1F2F-9880-4F46-F3C27CBFD557}"/>
              </a:ext>
            </a:extLst>
          </p:cNvPr>
          <p:cNvSpPr txBox="1"/>
          <p:nvPr/>
        </p:nvSpPr>
        <p:spPr>
          <a:xfrm>
            <a:off x="2643499" y="3760739"/>
            <a:ext cx="1503123" cy="369332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GET/POST</a:t>
            </a:r>
            <a:endParaRPr lang="en-IN" dirty="0">
              <a:solidFill>
                <a:schemeClr val="bg1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DDEA53F-B452-2008-C2B7-D2B8458020B8}"/>
              </a:ext>
            </a:extLst>
          </p:cNvPr>
          <p:cNvSpPr txBox="1"/>
          <p:nvPr/>
        </p:nvSpPr>
        <p:spPr>
          <a:xfrm>
            <a:off x="2635767" y="4205600"/>
            <a:ext cx="1503123" cy="369332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PUT/DELETE</a:t>
            </a:r>
            <a:endParaRPr lang="en-IN" dirty="0">
              <a:solidFill>
                <a:schemeClr val="bg1"/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89B0E75-4DF2-F2F6-0B06-9B2EF9709C5D}"/>
              </a:ext>
            </a:extLst>
          </p:cNvPr>
          <p:cNvSpPr txBox="1"/>
          <p:nvPr/>
        </p:nvSpPr>
        <p:spPr>
          <a:xfrm>
            <a:off x="2041341" y="5121026"/>
            <a:ext cx="1503123" cy="369332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GET/POST</a:t>
            </a:r>
            <a:endParaRPr lang="en-IN" dirty="0">
              <a:solidFill>
                <a:schemeClr val="bg1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729B475-B7F0-725F-1114-39A75C95C74E}"/>
              </a:ext>
            </a:extLst>
          </p:cNvPr>
          <p:cNvSpPr txBox="1"/>
          <p:nvPr/>
        </p:nvSpPr>
        <p:spPr>
          <a:xfrm>
            <a:off x="2033609" y="5565887"/>
            <a:ext cx="1503123" cy="369332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PUT/DELETE</a:t>
            </a:r>
            <a:endParaRPr lang="en-IN" dirty="0">
              <a:solidFill>
                <a:schemeClr val="bg1"/>
              </a:solidFill>
            </a:endParaRPr>
          </a:p>
        </p:txBody>
      </p:sp>
      <p:sp>
        <p:nvSpPr>
          <p:cNvPr id="65" name="Cylinder 64">
            <a:extLst>
              <a:ext uri="{FF2B5EF4-FFF2-40B4-BE49-F238E27FC236}">
                <a16:creationId xmlns:a16="http://schemas.microsoft.com/office/drawing/2014/main" id="{DE739AD4-94EC-D0CD-6E56-B9AA416A33A9}"/>
              </a:ext>
            </a:extLst>
          </p:cNvPr>
          <p:cNvSpPr/>
          <p:nvPr/>
        </p:nvSpPr>
        <p:spPr>
          <a:xfrm>
            <a:off x="9785985" y="2384104"/>
            <a:ext cx="1173480" cy="731520"/>
          </a:xfrm>
          <a:prstGeom prst="can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SQL Database</a:t>
            </a:r>
          </a:p>
        </p:txBody>
      </p:sp>
      <p:sp>
        <p:nvSpPr>
          <p:cNvPr id="72" name="Cylinder 71">
            <a:extLst>
              <a:ext uri="{FF2B5EF4-FFF2-40B4-BE49-F238E27FC236}">
                <a16:creationId xmlns:a16="http://schemas.microsoft.com/office/drawing/2014/main" id="{7D81948E-6091-9754-5143-B56DD57BCA45}"/>
              </a:ext>
            </a:extLst>
          </p:cNvPr>
          <p:cNvSpPr/>
          <p:nvPr/>
        </p:nvSpPr>
        <p:spPr>
          <a:xfrm>
            <a:off x="9785985" y="3792464"/>
            <a:ext cx="1173480" cy="731520"/>
          </a:xfrm>
          <a:prstGeom prst="can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SQL Database</a:t>
            </a:r>
          </a:p>
        </p:txBody>
      </p:sp>
      <p:sp>
        <p:nvSpPr>
          <p:cNvPr id="73" name="Cylinder 72">
            <a:extLst>
              <a:ext uri="{FF2B5EF4-FFF2-40B4-BE49-F238E27FC236}">
                <a16:creationId xmlns:a16="http://schemas.microsoft.com/office/drawing/2014/main" id="{03EF62E6-2452-3733-C364-7FF41B82C9A7}"/>
              </a:ext>
            </a:extLst>
          </p:cNvPr>
          <p:cNvSpPr/>
          <p:nvPr/>
        </p:nvSpPr>
        <p:spPr>
          <a:xfrm>
            <a:off x="9785985" y="5162362"/>
            <a:ext cx="1173480" cy="731520"/>
          </a:xfrm>
          <a:prstGeom prst="can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SQL Database</a:t>
            </a:r>
          </a:p>
        </p:txBody>
      </p:sp>
      <p:cxnSp>
        <p:nvCxnSpPr>
          <p:cNvPr id="75" name="Connector: Elbow 74">
            <a:extLst>
              <a:ext uri="{FF2B5EF4-FFF2-40B4-BE49-F238E27FC236}">
                <a16:creationId xmlns:a16="http://schemas.microsoft.com/office/drawing/2014/main" id="{1C2DB564-2203-1E6D-F955-EF88F0CFACC1}"/>
              </a:ext>
            </a:extLst>
          </p:cNvPr>
          <p:cNvCxnSpPr>
            <a:cxnSpLocks/>
            <a:stCxn id="9" idx="3"/>
            <a:endCxn id="65" idx="2"/>
          </p:cNvCxnSpPr>
          <p:nvPr/>
        </p:nvCxnSpPr>
        <p:spPr>
          <a:xfrm>
            <a:off x="8126223" y="2749864"/>
            <a:ext cx="1659762" cy="12700"/>
          </a:xfrm>
          <a:prstGeom prst="bentConnector3">
            <a:avLst/>
          </a:prstGeom>
          <a:ln>
            <a:solidFill>
              <a:schemeClr val="bg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ADDF0E5B-CF31-2384-34D0-F84E2FE8D34C}"/>
              </a:ext>
            </a:extLst>
          </p:cNvPr>
          <p:cNvCxnSpPr>
            <a:cxnSpLocks/>
            <a:stCxn id="36" idx="3"/>
          </p:cNvCxnSpPr>
          <p:nvPr/>
        </p:nvCxnSpPr>
        <p:spPr>
          <a:xfrm>
            <a:off x="8073601" y="4110590"/>
            <a:ext cx="1712384" cy="68197"/>
          </a:xfrm>
          <a:prstGeom prst="bentConnector3">
            <a:avLst/>
          </a:prstGeom>
          <a:ln>
            <a:solidFill>
              <a:schemeClr val="bg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Connector: Elbow 76">
            <a:extLst>
              <a:ext uri="{FF2B5EF4-FFF2-40B4-BE49-F238E27FC236}">
                <a16:creationId xmlns:a16="http://schemas.microsoft.com/office/drawing/2014/main" id="{AAD4A1E2-1ABD-BD5F-F413-37B0FD072ECA}"/>
              </a:ext>
            </a:extLst>
          </p:cNvPr>
          <p:cNvCxnSpPr>
            <a:cxnSpLocks/>
          </p:cNvCxnSpPr>
          <p:nvPr/>
        </p:nvCxnSpPr>
        <p:spPr>
          <a:xfrm flipV="1">
            <a:off x="8045379" y="5546619"/>
            <a:ext cx="1740606" cy="19268"/>
          </a:xfrm>
          <a:prstGeom prst="bentConnector3">
            <a:avLst/>
          </a:prstGeom>
          <a:ln>
            <a:solidFill>
              <a:schemeClr val="bg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F4D16EBC-15CE-2F9E-B0C0-D8F163467A6F}"/>
              </a:ext>
            </a:extLst>
          </p:cNvPr>
          <p:cNvSpPr txBox="1"/>
          <p:nvPr/>
        </p:nvSpPr>
        <p:spPr>
          <a:xfrm>
            <a:off x="8200676" y="2333810"/>
            <a:ext cx="1503123" cy="369332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GET/POST</a:t>
            </a:r>
            <a:endParaRPr lang="en-IN" dirty="0">
              <a:solidFill>
                <a:schemeClr val="bg1"/>
              </a:solidFill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2AA797B5-7D4A-1532-CE73-76A31BAC634C}"/>
              </a:ext>
            </a:extLst>
          </p:cNvPr>
          <p:cNvSpPr txBox="1"/>
          <p:nvPr/>
        </p:nvSpPr>
        <p:spPr>
          <a:xfrm>
            <a:off x="8192944" y="2778671"/>
            <a:ext cx="1503123" cy="369332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PUT/DELETE</a:t>
            </a:r>
            <a:endParaRPr lang="en-IN" dirty="0">
              <a:solidFill>
                <a:schemeClr val="bg1"/>
              </a:solidFill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C3403EE8-78C2-41C6-CFC3-04AD1F0AE6B7}"/>
              </a:ext>
            </a:extLst>
          </p:cNvPr>
          <p:cNvSpPr txBox="1"/>
          <p:nvPr/>
        </p:nvSpPr>
        <p:spPr>
          <a:xfrm>
            <a:off x="8208408" y="3650576"/>
            <a:ext cx="1503123" cy="369332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GET/POST</a:t>
            </a:r>
            <a:endParaRPr lang="en-IN" dirty="0">
              <a:solidFill>
                <a:schemeClr val="bg1"/>
              </a:solidFill>
            </a:endParaRP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B7432587-A109-C844-4225-B42C3B6B69CC}"/>
              </a:ext>
            </a:extLst>
          </p:cNvPr>
          <p:cNvSpPr txBox="1"/>
          <p:nvPr/>
        </p:nvSpPr>
        <p:spPr>
          <a:xfrm>
            <a:off x="8200676" y="4095437"/>
            <a:ext cx="1503123" cy="369332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PUT/DELETE</a:t>
            </a:r>
            <a:endParaRPr lang="en-IN" dirty="0">
              <a:solidFill>
                <a:schemeClr val="bg1"/>
              </a:solidFill>
            </a:endParaRP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A590700-3A7E-B779-564C-8024886AD261}"/>
              </a:ext>
            </a:extLst>
          </p:cNvPr>
          <p:cNvSpPr txBox="1"/>
          <p:nvPr/>
        </p:nvSpPr>
        <p:spPr>
          <a:xfrm>
            <a:off x="8216140" y="5141374"/>
            <a:ext cx="1503123" cy="369332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GET/POST</a:t>
            </a:r>
            <a:endParaRPr lang="en-IN" dirty="0">
              <a:solidFill>
                <a:schemeClr val="bg1"/>
              </a:solidFill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B62AD915-3B37-0EA8-7F7F-89E0DFA47987}"/>
              </a:ext>
            </a:extLst>
          </p:cNvPr>
          <p:cNvSpPr txBox="1"/>
          <p:nvPr/>
        </p:nvSpPr>
        <p:spPr>
          <a:xfrm>
            <a:off x="8208408" y="5586235"/>
            <a:ext cx="1503123" cy="369332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PUT/DELETE</a:t>
            </a:r>
            <a:endParaRPr lang="en-IN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861058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B9D4E4-FFD7-2142-681F-FC0FF4DFA3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4ED4FAD0-C5A3-F94F-5206-5CC8D5798B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6730" y="4771343"/>
            <a:ext cx="7936230" cy="1380760"/>
          </a:xfrm>
        </p:spPr>
        <p:txBody>
          <a:bodyPr anchor="b">
            <a:normAutofit/>
          </a:bodyPr>
          <a:lstStyle/>
          <a:p>
            <a:r>
              <a:rPr lang="en-US" dirty="0"/>
              <a:t>Database Schema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7C20F35-AA98-DD01-6F94-1AA8C50839E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62" r="1439"/>
          <a:stretch>
            <a:fillRect/>
          </a:stretch>
        </p:blipFill>
        <p:spPr>
          <a:xfrm>
            <a:off x="527762" y="401097"/>
            <a:ext cx="11136476" cy="41661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54308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1633A5-8BE3-D44D-57F3-2EF1613768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5AB6D40A-2A0A-AF3D-8CF7-3ECD377656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09904" y="411479"/>
            <a:ext cx="5486400" cy="3291840"/>
          </a:xfrm>
        </p:spPr>
        <p:txBody>
          <a:bodyPr/>
          <a:lstStyle/>
          <a:p>
            <a:r>
              <a:rPr lang="en-US" dirty="0"/>
              <a:t>Application</a:t>
            </a:r>
            <a:br>
              <a:rPr lang="en-US" dirty="0"/>
            </a:br>
            <a:r>
              <a:rPr lang="en-US" dirty="0"/>
              <a:t>Interface</a:t>
            </a:r>
          </a:p>
        </p:txBody>
      </p:sp>
    </p:spTree>
    <p:extLst>
      <p:ext uri="{BB962C8B-B14F-4D97-AF65-F5344CB8AC3E}">
        <p14:creationId xmlns:p14="http://schemas.microsoft.com/office/powerpoint/2010/main" val="20390597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76A9A9A7-F1D2-237D-AC72-E21A286F0A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6730" y="4771343"/>
            <a:ext cx="7936230" cy="1380760"/>
          </a:xfrm>
        </p:spPr>
        <p:txBody>
          <a:bodyPr anchor="b">
            <a:normAutofit/>
          </a:bodyPr>
          <a:lstStyle/>
          <a:p>
            <a:r>
              <a:rPr lang="en-US" dirty="0"/>
              <a:t>Main Page and Sign In Page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BDC71E2-D70F-BC2A-D42D-BC1158630A5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3481" y="125724"/>
            <a:ext cx="8252247" cy="3796033"/>
          </a:xfrm>
          <a:prstGeom prst="rect">
            <a:avLst/>
          </a:prstGeom>
          <a:noFill/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49E254C-EFA0-3A76-DE61-7542150CB9F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02111" y="1665691"/>
            <a:ext cx="3849566" cy="379603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1276951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434FB1-530F-CE56-97FB-FFB840CE7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14E5ACEA-8C3D-E8DB-15AA-2AEE8A0E87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70150" y="4642802"/>
            <a:ext cx="3816629" cy="618707"/>
          </a:xfrm>
        </p:spPr>
        <p:txBody>
          <a:bodyPr anchor="b">
            <a:normAutofit/>
          </a:bodyPr>
          <a:lstStyle/>
          <a:p>
            <a:r>
              <a:rPr lang="en-US" dirty="0"/>
              <a:t>Admin Page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E05CB23-32A1-564E-E0D0-BAFDBC29679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6285" y="135061"/>
            <a:ext cx="7936231" cy="4509918"/>
          </a:xfrm>
          <a:prstGeom prst="rect">
            <a:avLst/>
          </a:prstGeom>
          <a:noFill/>
        </p:spPr>
      </p:pic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DAB4C61-C717-A6CF-7280-6345FF9B9B86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9524" y="1665860"/>
            <a:ext cx="4358489" cy="299575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itle 5">
            <a:extLst>
              <a:ext uri="{FF2B5EF4-FFF2-40B4-BE49-F238E27FC236}">
                <a16:creationId xmlns:a16="http://schemas.microsoft.com/office/drawing/2014/main" id="{F7047BC8-27B7-7D46-0818-9C06A731D4F9}"/>
              </a:ext>
            </a:extLst>
          </p:cNvPr>
          <p:cNvSpPr txBox="1">
            <a:spLocks/>
          </p:cNvSpPr>
          <p:nvPr/>
        </p:nvSpPr>
        <p:spPr>
          <a:xfrm>
            <a:off x="10494097" y="4797361"/>
            <a:ext cx="1622746" cy="503981"/>
          </a:xfrm>
          <a:prstGeom prst="rect">
            <a:avLst/>
          </a:prstGeom>
        </p:spPr>
        <p:txBody>
          <a:bodyPr vert="horz" lIns="0" tIns="0" rIns="0" bIns="0" rtlCol="0" anchor="b" anchorCtr="0">
            <a:normAutofit lnSpcReduction="10000"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400" b="1" i="0" kern="1200" spc="1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dirty="0"/>
              <a:t>Users</a:t>
            </a:r>
          </a:p>
        </p:txBody>
      </p:sp>
      <p:sp>
        <p:nvSpPr>
          <p:cNvPr id="10" name="Title 5">
            <a:extLst>
              <a:ext uri="{FF2B5EF4-FFF2-40B4-BE49-F238E27FC236}">
                <a16:creationId xmlns:a16="http://schemas.microsoft.com/office/drawing/2014/main" id="{44F4C057-812A-BB00-228D-3A134C711F29}"/>
              </a:ext>
            </a:extLst>
          </p:cNvPr>
          <p:cNvSpPr txBox="1">
            <a:spLocks/>
          </p:cNvSpPr>
          <p:nvPr/>
        </p:nvSpPr>
        <p:spPr>
          <a:xfrm>
            <a:off x="6263321" y="6225682"/>
            <a:ext cx="3589332" cy="502692"/>
          </a:xfrm>
          <a:prstGeom prst="rect">
            <a:avLst/>
          </a:prstGeom>
        </p:spPr>
        <p:txBody>
          <a:bodyPr vert="horz" lIns="0" tIns="0" rIns="0" bIns="0" rtlCol="0" anchor="b" anchorCtr="0">
            <a:normAutofit lnSpcReduction="10000"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400" b="1" i="0" kern="1200" spc="1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dirty="0"/>
              <a:t>Attendees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AD4069CB-C88C-45F9-4D95-1F69DDF738F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96614" y="3481272"/>
            <a:ext cx="3844770" cy="271114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FA38477E-6017-FE68-F767-A6314A0CBA05}"/>
              </a:ext>
            </a:extLst>
          </p:cNvPr>
          <p:cNvSpPr/>
          <p:nvPr/>
        </p:nvSpPr>
        <p:spPr>
          <a:xfrm>
            <a:off x="3657600" y="6225682"/>
            <a:ext cx="2271080" cy="234709"/>
          </a:xfrm>
          <a:prstGeom prst="rect">
            <a:avLst/>
          </a:prstGeom>
          <a:solidFill>
            <a:srgbClr val="FFFFF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062919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C5190A-84F8-9F22-EE0F-894FBDA4B9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11D9EEE-AB06-3F17-2AE3-5D429E8D620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446" y="89534"/>
            <a:ext cx="9648666" cy="4251328"/>
          </a:xfrm>
          <a:prstGeom prst="rect">
            <a:avLst/>
          </a:prstGeom>
        </p:spPr>
      </p:pic>
      <p:sp>
        <p:nvSpPr>
          <p:cNvPr id="6" name="Title 5">
            <a:extLst>
              <a:ext uri="{FF2B5EF4-FFF2-40B4-BE49-F238E27FC236}">
                <a16:creationId xmlns:a16="http://schemas.microsoft.com/office/drawing/2014/main" id="{F59A7AF7-88E8-1120-F087-2B6442CF86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70150" y="4642802"/>
            <a:ext cx="3816629" cy="618707"/>
          </a:xfrm>
        </p:spPr>
        <p:txBody>
          <a:bodyPr anchor="b">
            <a:noAutofit/>
          </a:bodyPr>
          <a:lstStyle/>
          <a:p>
            <a:r>
              <a:rPr lang="en-US" sz="3600" dirty="0"/>
              <a:t>Venue Management</a:t>
            </a:r>
          </a:p>
        </p:txBody>
      </p:sp>
      <p:sp>
        <p:nvSpPr>
          <p:cNvPr id="9" name="Title 5">
            <a:extLst>
              <a:ext uri="{FF2B5EF4-FFF2-40B4-BE49-F238E27FC236}">
                <a16:creationId xmlns:a16="http://schemas.microsoft.com/office/drawing/2014/main" id="{19019181-5FD6-F4FA-7502-74D4C75E358A}"/>
              </a:ext>
            </a:extLst>
          </p:cNvPr>
          <p:cNvSpPr txBox="1">
            <a:spLocks/>
          </p:cNvSpPr>
          <p:nvPr/>
        </p:nvSpPr>
        <p:spPr>
          <a:xfrm>
            <a:off x="9732723" y="4797361"/>
            <a:ext cx="2384120" cy="503981"/>
          </a:xfrm>
          <a:prstGeom prst="rect">
            <a:avLst/>
          </a:prstGeom>
        </p:spPr>
        <p:txBody>
          <a:bodyPr vert="horz" lIns="0" tIns="0" rIns="0" bIns="0" rtlCol="0" anchor="b" anchorCtr="0">
            <a:normAutofit fontScale="55000" lnSpcReduction="20000"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400" b="1" i="0" kern="1200" spc="1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dirty="0"/>
              <a:t>Vendor Management</a:t>
            </a:r>
          </a:p>
        </p:txBody>
      </p:sp>
      <p:sp>
        <p:nvSpPr>
          <p:cNvPr id="10" name="Title 5">
            <a:extLst>
              <a:ext uri="{FF2B5EF4-FFF2-40B4-BE49-F238E27FC236}">
                <a16:creationId xmlns:a16="http://schemas.microsoft.com/office/drawing/2014/main" id="{28B18C00-A4A1-1CD0-DCA3-02777D1A3912}"/>
              </a:ext>
            </a:extLst>
          </p:cNvPr>
          <p:cNvSpPr txBox="1">
            <a:spLocks/>
          </p:cNvSpPr>
          <p:nvPr/>
        </p:nvSpPr>
        <p:spPr>
          <a:xfrm>
            <a:off x="5386779" y="5776953"/>
            <a:ext cx="3589332" cy="502692"/>
          </a:xfrm>
          <a:prstGeom prst="rect">
            <a:avLst/>
          </a:prstGeom>
        </p:spPr>
        <p:txBody>
          <a:bodyPr vert="horz" lIns="0" tIns="0" rIns="0" bIns="0" rtlCol="0" anchor="b" anchorCtr="0">
            <a:normAutofit fontScale="77500" lnSpcReduction="20000"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400" b="1" i="0" kern="1200" spc="1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dirty="0"/>
              <a:t>Booking Approval</a:t>
            </a:r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F4995105-75FE-B8BC-C68F-94DECC62B057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1106" y="2144475"/>
            <a:ext cx="5281017" cy="249832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130BAAEE-02F1-B226-F73C-34937B73F169}"/>
              </a:ext>
            </a:extLst>
          </p:cNvPr>
          <p:cNvSpPr/>
          <p:nvPr/>
        </p:nvSpPr>
        <p:spPr>
          <a:xfrm>
            <a:off x="3657600" y="6225682"/>
            <a:ext cx="2271080" cy="234709"/>
          </a:xfrm>
          <a:prstGeom prst="rect">
            <a:avLst/>
          </a:prstGeom>
          <a:solidFill>
            <a:srgbClr val="FFFFF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93A035EC-7152-C8BD-210B-EEE895604E4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630" b="29941"/>
          <a:stretch>
            <a:fillRect/>
          </a:stretch>
        </p:blipFill>
        <p:spPr>
          <a:xfrm>
            <a:off x="4678478" y="3529972"/>
            <a:ext cx="4828778" cy="222566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4091437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C078BF-C0CF-5AA6-7AF4-4569292F9F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81B763F-EAC0-6AF4-BE3F-FEAF7AA01A7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5147" y="118566"/>
            <a:ext cx="8602515" cy="4266514"/>
          </a:xfrm>
          <a:prstGeom prst="rect">
            <a:avLst/>
          </a:prstGeom>
        </p:spPr>
      </p:pic>
      <p:sp>
        <p:nvSpPr>
          <p:cNvPr id="6" name="Title 5">
            <a:extLst>
              <a:ext uri="{FF2B5EF4-FFF2-40B4-BE49-F238E27FC236}">
                <a16:creationId xmlns:a16="http://schemas.microsoft.com/office/drawing/2014/main" id="{DD10A2DF-C134-45DB-531C-59CC70FFD6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70150" y="4642802"/>
            <a:ext cx="3816629" cy="618707"/>
          </a:xfrm>
        </p:spPr>
        <p:txBody>
          <a:bodyPr anchor="b">
            <a:noAutofit/>
          </a:bodyPr>
          <a:lstStyle/>
          <a:p>
            <a:r>
              <a:rPr lang="en-US" sz="3600" dirty="0"/>
              <a:t>User Page</a:t>
            </a:r>
          </a:p>
        </p:txBody>
      </p:sp>
      <p:sp>
        <p:nvSpPr>
          <p:cNvPr id="9" name="Title 5">
            <a:extLst>
              <a:ext uri="{FF2B5EF4-FFF2-40B4-BE49-F238E27FC236}">
                <a16:creationId xmlns:a16="http://schemas.microsoft.com/office/drawing/2014/main" id="{B0CB6D0C-E55B-1A97-DE98-3A82CD1FD225}"/>
              </a:ext>
            </a:extLst>
          </p:cNvPr>
          <p:cNvSpPr txBox="1">
            <a:spLocks/>
          </p:cNvSpPr>
          <p:nvPr/>
        </p:nvSpPr>
        <p:spPr>
          <a:xfrm>
            <a:off x="9262733" y="1405650"/>
            <a:ext cx="2384120" cy="503981"/>
          </a:xfrm>
          <a:prstGeom prst="rect">
            <a:avLst/>
          </a:prstGeom>
        </p:spPr>
        <p:txBody>
          <a:bodyPr vert="horz" lIns="0" tIns="0" rIns="0" bIns="0" rtlCol="0" anchor="b" anchorCtr="0">
            <a:normAutofit fontScale="55000" lnSpcReduction="20000"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400" b="1" i="0" kern="1200" spc="1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dirty="0"/>
              <a:t>Public</a:t>
            </a:r>
            <a:br>
              <a:rPr lang="en-US" dirty="0"/>
            </a:br>
            <a:r>
              <a:rPr lang="en-US" dirty="0"/>
              <a:t>Events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9613ED1-8F3C-1097-C2FD-3AF90ED26E66}"/>
              </a:ext>
            </a:extLst>
          </p:cNvPr>
          <p:cNvSpPr/>
          <p:nvPr/>
        </p:nvSpPr>
        <p:spPr>
          <a:xfrm>
            <a:off x="3657600" y="6225682"/>
            <a:ext cx="2271080" cy="234709"/>
          </a:xfrm>
          <a:prstGeom prst="rect">
            <a:avLst/>
          </a:prstGeom>
          <a:solidFill>
            <a:srgbClr val="FFFFF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Title 5">
            <a:extLst>
              <a:ext uri="{FF2B5EF4-FFF2-40B4-BE49-F238E27FC236}">
                <a16:creationId xmlns:a16="http://schemas.microsoft.com/office/drawing/2014/main" id="{798CBEDB-90A3-93DE-5B56-5E19038938CC}"/>
              </a:ext>
            </a:extLst>
          </p:cNvPr>
          <p:cNvSpPr txBox="1">
            <a:spLocks/>
          </p:cNvSpPr>
          <p:nvPr/>
        </p:nvSpPr>
        <p:spPr>
          <a:xfrm>
            <a:off x="3943104" y="6007694"/>
            <a:ext cx="3589332" cy="502692"/>
          </a:xfrm>
          <a:prstGeom prst="rect">
            <a:avLst/>
          </a:prstGeom>
        </p:spPr>
        <p:txBody>
          <a:bodyPr vert="horz" lIns="0" tIns="0" rIns="0" bIns="0" rtlCol="0" anchor="b" anchorCtr="0">
            <a:norm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400" b="1" i="0" kern="1200" spc="1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sz="3600" dirty="0"/>
              <a:t>Venues</a:t>
            </a:r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BE43AD86-B727-CD98-7065-7251645D468E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1445" y="1975061"/>
            <a:ext cx="4841210" cy="241001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FED5AFC-36C0-28F0-1C3D-F304D44D32C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19665" y="3259224"/>
            <a:ext cx="3612771" cy="268768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E0D84E9D-6DA8-12D6-33CD-D4FAD682F21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1097" b="28572"/>
          <a:stretch>
            <a:fillRect/>
          </a:stretch>
        </p:blipFill>
        <p:spPr>
          <a:xfrm>
            <a:off x="7076182" y="4221174"/>
            <a:ext cx="4258032" cy="188964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1" name="Title 5">
            <a:extLst>
              <a:ext uri="{FF2B5EF4-FFF2-40B4-BE49-F238E27FC236}">
                <a16:creationId xmlns:a16="http://schemas.microsoft.com/office/drawing/2014/main" id="{9DDBC5C7-81E6-0017-CF58-5CF6A9FFFA11}"/>
              </a:ext>
            </a:extLst>
          </p:cNvPr>
          <p:cNvSpPr txBox="1">
            <a:spLocks/>
          </p:cNvSpPr>
          <p:nvPr/>
        </p:nvSpPr>
        <p:spPr>
          <a:xfrm>
            <a:off x="7076182" y="6249514"/>
            <a:ext cx="3345473" cy="381679"/>
          </a:xfrm>
          <a:prstGeom prst="rect">
            <a:avLst/>
          </a:prstGeom>
        </p:spPr>
        <p:txBody>
          <a:bodyPr vert="horz" lIns="0" tIns="0" rIns="0" bIns="0" rtlCol="0" anchor="b" anchorCtr="0">
            <a:norm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400" b="1" i="0" kern="1200" spc="1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sz="2800" dirty="0"/>
              <a:t>My Bookings</a:t>
            </a:r>
          </a:p>
        </p:txBody>
      </p:sp>
    </p:spTree>
    <p:extLst>
      <p:ext uri="{BB962C8B-B14F-4D97-AF65-F5344CB8AC3E}">
        <p14:creationId xmlns:p14="http://schemas.microsoft.com/office/powerpoint/2010/main" val="33344456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D29B5-1B58-809F-FEA7-B82105E94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18885" y="3499667"/>
            <a:ext cx="4939666" cy="2542810"/>
          </a:xfrm>
        </p:spPr>
        <p:txBody>
          <a:bodyPr/>
          <a:lstStyle/>
          <a:p>
            <a:r>
              <a:rPr lang="en-US" dirty="0"/>
              <a:t>Technologies and Tools used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7C3632C-2D2E-7026-33B8-EE42DA4BDB5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52947" y="186560"/>
            <a:ext cx="5943053" cy="6239292"/>
          </a:xfrm>
        </p:spPr>
        <p:txBody>
          <a:bodyPr numCol="2">
            <a:noAutofit/>
          </a:bodyPr>
          <a:lstStyle/>
          <a:p>
            <a:pPr>
              <a:buNone/>
            </a:pPr>
            <a:r>
              <a:rPr lang="en-IN" sz="1400" b="1" i="1" u="sng" dirty="0"/>
              <a:t>Frontend (User Interface)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1400" b="1" dirty="0"/>
              <a:t>React.js:</a:t>
            </a:r>
            <a:r>
              <a:rPr lang="en-IN" sz="1400" dirty="0"/>
              <a:t> Core library for component-based UI.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1400" b="1" dirty="0"/>
              <a:t>Material UI (MUI):</a:t>
            </a:r>
            <a:r>
              <a:rPr lang="en-IN" sz="1400" dirty="0"/>
              <a:t> Professional themed components.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1400" b="1" dirty="0"/>
              <a:t>React Router:</a:t>
            </a:r>
            <a:r>
              <a:rPr lang="en-IN" sz="1400" dirty="0"/>
              <a:t> Client-side navigation management.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1400" b="1" dirty="0"/>
              <a:t>Axios / Fetch:</a:t>
            </a:r>
            <a:r>
              <a:rPr lang="en-IN" sz="1400" dirty="0"/>
              <a:t> Async REST API communication.</a:t>
            </a:r>
          </a:p>
          <a:p>
            <a:pPr>
              <a:buNone/>
            </a:pPr>
            <a:r>
              <a:rPr lang="en-IN" sz="1400" b="1" i="1" u="sng" dirty="0"/>
              <a:t>Backend (Microservices)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1400" b="1" dirty="0"/>
              <a:t>Java 17 &amp; Spring Boot:</a:t>
            </a:r>
            <a:r>
              <a:rPr lang="en-IN" sz="1400" dirty="0"/>
              <a:t> Enterprise-grade microservices.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1400" b="1" dirty="0"/>
              <a:t>Spring Data JPA:</a:t>
            </a:r>
            <a:r>
              <a:rPr lang="en-IN" sz="1400" dirty="0"/>
              <a:t> Data persistence and ORM.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1400" b="1" dirty="0"/>
              <a:t>Spring Security:</a:t>
            </a:r>
            <a:r>
              <a:rPr lang="en-IN" sz="1400" dirty="0"/>
              <a:t> Auth and Role-Based Access Control.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1400" b="1" dirty="0"/>
              <a:t>Jackson:</a:t>
            </a:r>
            <a:r>
              <a:rPr lang="en-IN" sz="1400" dirty="0"/>
              <a:t> JSON-to-Java object mapping.</a:t>
            </a:r>
          </a:p>
          <a:p>
            <a:pPr>
              <a:buNone/>
            </a:pPr>
            <a:r>
              <a:rPr lang="en-IN" sz="1400" b="1" i="1" u="sng" dirty="0"/>
              <a:t>Data &amp; Infrastructure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1400" b="1" dirty="0"/>
              <a:t>MySQL 8.0:</a:t>
            </a:r>
            <a:r>
              <a:rPr lang="en-IN" sz="1400" dirty="0"/>
              <a:t> Relational database storage.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1400" b="1" dirty="0"/>
              <a:t>Maven:</a:t>
            </a:r>
            <a:r>
              <a:rPr lang="en-IN" sz="1400" dirty="0"/>
              <a:t> Dependency and build management.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1400" b="1" dirty="0"/>
              <a:t>RESTful APIs:</a:t>
            </a:r>
            <a:r>
              <a:rPr lang="en-IN" sz="1400" dirty="0"/>
              <a:t> Standardized service communication.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1400" b="1" dirty="0"/>
              <a:t>Database-per-Service:</a:t>
            </a:r>
            <a:r>
              <a:rPr lang="en-IN" sz="1400" dirty="0"/>
              <a:t> Isolated schemas for scalability.</a:t>
            </a:r>
          </a:p>
          <a:p>
            <a:pPr>
              <a:buNone/>
            </a:pPr>
            <a:r>
              <a:rPr lang="en-IN" sz="1400" b="1" i="1" u="sng" dirty="0"/>
              <a:t>Testing &amp; DevOps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1400" b="1" dirty="0"/>
              <a:t>JUnit 5 &amp; Mockito:</a:t>
            </a:r>
            <a:r>
              <a:rPr lang="en-IN" sz="1400" dirty="0"/>
              <a:t> Unit and logic testing.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1400" b="1" dirty="0" err="1"/>
              <a:t>MockMvc</a:t>
            </a:r>
            <a:r>
              <a:rPr lang="en-IN" sz="1400" b="1" dirty="0"/>
              <a:t>:</a:t>
            </a:r>
            <a:r>
              <a:rPr lang="en-IN" sz="1400" dirty="0"/>
              <a:t> API endpoint verification.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1400" b="1" dirty="0"/>
              <a:t>Postman:</a:t>
            </a:r>
            <a:r>
              <a:rPr lang="en-IN" sz="1400" dirty="0"/>
              <a:t> Manual API testing and debugging.</a:t>
            </a:r>
          </a:p>
        </p:txBody>
      </p:sp>
    </p:spTree>
    <p:extLst>
      <p:ext uri="{BB962C8B-B14F-4D97-AF65-F5344CB8AC3E}">
        <p14:creationId xmlns:p14="http://schemas.microsoft.com/office/powerpoint/2010/main" val="30882253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205F49-BCE3-B8BF-2F39-488CACBBBC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6637ED-65CF-0216-B29B-ACA1549678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4360" y="411479"/>
            <a:ext cx="5486400" cy="3291840"/>
          </a:xfrm>
        </p:spPr>
        <p:txBody>
          <a:bodyPr/>
          <a:lstStyle/>
          <a:p>
            <a:r>
              <a:rPr lang="en-US" dirty="0"/>
              <a:t>Demo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27537476-9DC5-0239-64FD-2FECCFB6A14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09599" y="4211349"/>
            <a:ext cx="8885129" cy="1645920"/>
          </a:xfrm>
        </p:spPr>
        <p:txBody>
          <a:bodyPr/>
          <a:lstStyle/>
          <a:p>
            <a:r>
              <a:rPr lang="en-US" dirty="0" err="1"/>
              <a:t>Github</a:t>
            </a:r>
            <a:r>
              <a:rPr lang="en-US" dirty="0"/>
              <a:t>:-</a:t>
            </a:r>
          </a:p>
          <a:p>
            <a:r>
              <a:rPr lang="en-IN" dirty="0" err="1">
                <a:hlinkClick r:id="rId3"/>
              </a:rPr>
              <a:t>SohamTheG</a:t>
            </a:r>
            <a:r>
              <a:rPr lang="en-IN" dirty="0">
                <a:hlinkClick r:id="rId3"/>
              </a:rPr>
              <a:t>/</a:t>
            </a:r>
            <a:r>
              <a:rPr lang="en-IN" dirty="0" err="1">
                <a:hlinkClick r:id="rId3"/>
              </a:rPr>
              <a:t>EventZen</a:t>
            </a:r>
            <a:r>
              <a:rPr lang="en-IN" dirty="0">
                <a:hlinkClick r:id="rId3"/>
              </a:rPr>
              <a:t>: </a:t>
            </a:r>
            <a:r>
              <a:rPr lang="en-IN" dirty="0" err="1">
                <a:hlinkClick r:id="rId3"/>
              </a:rPr>
              <a:t>EventZen</a:t>
            </a:r>
            <a:r>
              <a:rPr lang="en-IN" dirty="0">
                <a:hlinkClick r:id="rId3"/>
              </a:rPr>
              <a:t> - An event management system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71998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59DC4-8B30-98A0-5BAB-C78BA4A4AD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98408"/>
            <a:ext cx="10972800" cy="1574317"/>
          </a:xfrm>
        </p:spPr>
        <p:txBody>
          <a:bodyPr/>
          <a:lstStyle/>
          <a:p>
            <a:r>
              <a:rPr lang="en-US" dirty="0"/>
              <a:t>Future Scope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96FB3A-B62C-3DAB-4FD1-B4EBDD650AE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95523" y="2404997"/>
            <a:ext cx="10765584" cy="3868998"/>
          </a:xfrm>
        </p:spPr>
        <p:txBody>
          <a:bodyPr numCol="2">
            <a:normAutofit fontScale="92500" lnSpcReduction="10000"/>
          </a:bodyPr>
          <a:lstStyle/>
          <a:p>
            <a:r>
              <a:rPr lang="en-US" sz="2600" b="1" i="1" u="sng" dirty="0"/>
              <a:t>Infrastructure &amp; Deployment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Docker &amp; Kubernetes: Containerization for automated scaling and orchestration.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AWS/Azure Cloud: Deployment to global cloud regions for high availability.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CI/CD Pipelines: Automated testing and deployment via Jenkins or GitHub Actions.</a:t>
            </a:r>
          </a:p>
          <a:p>
            <a:endParaRPr lang="en-US" dirty="0"/>
          </a:p>
          <a:p>
            <a:r>
              <a:rPr lang="en-US" sz="2600" b="1" i="1" u="sng" dirty="0"/>
              <a:t>Feature Enhancements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Payment Gateway: Integration with Stripe or </a:t>
            </a:r>
            <a:r>
              <a:rPr lang="en-US" dirty="0" err="1"/>
              <a:t>Razorpay</a:t>
            </a:r>
            <a:r>
              <a:rPr lang="en-US" dirty="0"/>
              <a:t> for secure transactions.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Real-time Notifications: Automated email and SMS alerts via AWS SNS or Twilio.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Analytics Dashboard: Visual data insights for admins using Chart.js or D3.js.</a:t>
            </a:r>
          </a:p>
        </p:txBody>
      </p:sp>
    </p:spTree>
    <p:extLst>
      <p:ext uri="{BB962C8B-B14F-4D97-AF65-F5344CB8AC3E}">
        <p14:creationId xmlns:p14="http://schemas.microsoft.com/office/powerpoint/2010/main" val="18507688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10C1B7-6E4E-3DEE-50C0-1CA3B14303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4360" y="411479"/>
            <a:ext cx="5486400" cy="3291840"/>
          </a:xfrm>
        </p:spPr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E734F0-2DDD-AF70-F13D-F9E4C192941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09600" y="4211349"/>
            <a:ext cx="5486400" cy="1645920"/>
          </a:xfrm>
        </p:spPr>
        <p:txBody>
          <a:bodyPr/>
          <a:lstStyle/>
          <a:p>
            <a:r>
              <a:rPr lang="en-US" dirty="0"/>
              <a:t>Soham Ghodke</a:t>
            </a:r>
          </a:p>
          <a:p>
            <a:r>
              <a:rPr lang="en-US" dirty="0"/>
              <a:t>sohaghodke.ext@deloitte.com</a:t>
            </a:r>
          </a:p>
        </p:txBody>
      </p:sp>
    </p:spTree>
    <p:extLst>
      <p:ext uri="{BB962C8B-B14F-4D97-AF65-F5344CB8AC3E}">
        <p14:creationId xmlns:p14="http://schemas.microsoft.com/office/powerpoint/2010/main" val="4261132419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Swiss">
      <a:dk1>
        <a:srgbClr val="000000"/>
      </a:dk1>
      <a:lt1>
        <a:srgbClr val="FFFFFF"/>
      </a:lt1>
      <a:dk2>
        <a:srgbClr val="E4E4E4"/>
      </a:dk2>
      <a:lt2>
        <a:srgbClr val="7CA655"/>
      </a:lt2>
      <a:accent1>
        <a:srgbClr val="A9D4DB"/>
      </a:accent1>
      <a:accent2>
        <a:srgbClr val="FBE284"/>
      </a:accent2>
      <a:accent3>
        <a:srgbClr val="4495A2"/>
      </a:accent3>
      <a:accent4>
        <a:srgbClr val="AA5881"/>
      </a:accent4>
      <a:accent5>
        <a:srgbClr val="E06742"/>
      </a:accent5>
      <a:accent6>
        <a:srgbClr val="F9D448"/>
      </a:accent6>
      <a:hlink>
        <a:srgbClr val="4495A2"/>
      </a:hlink>
      <a:folHlink>
        <a:srgbClr val="AA5881"/>
      </a:folHlink>
    </a:clrScheme>
    <a:fontScheme name="Custom 175">
      <a:majorFont>
        <a:latin typeface="Franklin Gothic Demi"/>
        <a:ea typeface=""/>
        <a:cs typeface=""/>
      </a:majorFont>
      <a:minorFont>
        <a:latin typeface="Franklin Gothic Book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78853419_Win32_SL_V5" id="{958D2C9E-948D-4354-BF9D-DF8AE3C2B240}" vid="{22D4A967-05D2-4D72-8594-54CFF341483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Background xmlns="71af3243-3dd4-4a8d-8c0d-dd76da1f02a5">false</Background>
    <Status xmlns="71af3243-3dd4-4a8d-8c0d-dd76da1f02a5">Not started</Status>
    <_ip_UnifiedCompliancePolicyUIAction xmlns="http://schemas.microsoft.com/sharepoint/v3" xsi:nil="true"/>
    <Image xmlns="71af3243-3dd4-4a8d-8c0d-dd76da1f02a5">
      <Url xsi:nil="true"/>
      <Description xsi:nil="true"/>
    </Image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F4B194E-8B30-4377-8C59-ECFB902D2A26}">
  <ds:schemaRefs>
    <ds:schemaRef ds:uri="http://schemas.microsoft.com/office/2006/metadata/properties"/>
    <ds:schemaRef ds:uri="http://schemas.microsoft.com/office/infopath/2007/PartnerControls"/>
    <ds:schemaRef ds:uri="71af3243-3dd4-4a8d-8c0d-dd76da1f02a5"/>
    <ds:schemaRef ds:uri="http://schemas.microsoft.com/sharepoint/v3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C21FFAC0-05A2-416A-B06C-C248395482CF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92DB9E12-8AC3-4138-BF4D-720A5525AB1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Geometric annual presentation</Template>
  <TotalTime>212</TotalTime>
  <Words>674</Words>
  <Application>Microsoft Office PowerPoint</Application>
  <PresentationFormat>Widescreen</PresentationFormat>
  <Paragraphs>155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Arial</vt:lpstr>
      <vt:lpstr>Calibri</vt:lpstr>
      <vt:lpstr>Franklin Gothic Book</vt:lpstr>
      <vt:lpstr>Franklin Gothic Demi</vt:lpstr>
      <vt:lpstr>Custom</vt:lpstr>
      <vt:lpstr>EventZen</vt:lpstr>
      <vt:lpstr>Outline</vt:lpstr>
      <vt:lpstr>Problem Statement</vt:lpstr>
      <vt:lpstr>Objectives</vt:lpstr>
      <vt:lpstr>Microservices</vt:lpstr>
      <vt:lpstr>Project Overview</vt:lpstr>
      <vt:lpstr>Architectural Diagram</vt:lpstr>
      <vt:lpstr>Database Schema</vt:lpstr>
      <vt:lpstr>Application Interface</vt:lpstr>
      <vt:lpstr>Main Page and Sign In Page</vt:lpstr>
      <vt:lpstr>Admin Page</vt:lpstr>
      <vt:lpstr>Venue Management</vt:lpstr>
      <vt:lpstr>User Page</vt:lpstr>
      <vt:lpstr>Technologies and Tools used</vt:lpstr>
      <vt:lpstr>Demo</vt:lpstr>
      <vt:lpstr>Future Scope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Soham Ghodke</dc:creator>
  <cp:lastModifiedBy>Soham Ghodke</cp:lastModifiedBy>
  <cp:revision>32</cp:revision>
  <dcterms:created xsi:type="dcterms:W3CDTF">2026-03-23T14:07:45Z</dcterms:created>
  <dcterms:modified xsi:type="dcterms:W3CDTF">2026-03-24T09:04:44Z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